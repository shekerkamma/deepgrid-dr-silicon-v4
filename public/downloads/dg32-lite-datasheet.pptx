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4a4a52c9a64e89" /><Relationship Type="http://schemas.openxmlformats.org/officeDocument/2006/relationships/extended-properties" Target="/docProps/app.xml" Id="R39faf9ee37d44e30" /><Relationship Type="http://schemas.openxmlformats.org/officeDocument/2006/relationships/officeDocument" Target="/ppt/presentation.xml" Id="R87386bd1959d4ed4" /></Relationships>
</file>

<file path=ppt/presentation.xml><?xml version="1.0" encoding="utf-8"?>
<p:presentation xmlns:p="http://schemas.openxmlformats.org/presentationml/2006/main">
  <p:sldMasterIdLst>
    <p:sldMasterId xmlns:r="http://schemas.openxmlformats.org/officeDocument/2006/relationships" id="2147483648" r:id="Rce12b4e600524109"/>
  </p:sldMasterIdLst>
  <p:notesMasterIdLst>
    <p:notesMasterId xmlns:r="http://schemas.openxmlformats.org/officeDocument/2006/relationships" r:id="R3ca22fc3136a4770"/>
  </p:notesMasterIdLst>
  <p:sldIdLst>
    <p:sldId xmlns:r="http://schemas.openxmlformats.org/officeDocument/2006/relationships" id="256" r:id="R6f721dfd74574ab4"/>
    <p:sldId xmlns:r="http://schemas.openxmlformats.org/officeDocument/2006/relationships" id="257" r:id="Rb96cc717fd644bcd"/>
    <p:sldId xmlns:r="http://schemas.openxmlformats.org/officeDocument/2006/relationships" id="258" r:id="R5ded9ab2c59043ef"/>
    <p:sldId xmlns:r="http://schemas.openxmlformats.org/officeDocument/2006/relationships" id="259" r:id="R3bc99bd6390d45c0"/>
    <p:sldId xmlns:r="http://schemas.openxmlformats.org/officeDocument/2006/relationships" id="260" r:id="Rc2dbdd3b811c4c6a"/>
    <p:sldId xmlns:r="http://schemas.openxmlformats.org/officeDocument/2006/relationships" id="261" r:id="Rafc542b84e49487a"/>
    <p:sldId xmlns:r="http://schemas.openxmlformats.org/officeDocument/2006/relationships" id="262" r:id="R2dce94719ced493f"/>
    <p:sldId xmlns:r="http://schemas.openxmlformats.org/officeDocument/2006/relationships" id="263" r:id="R57a3fd2190db43ad"/>
    <p:sldId xmlns:r="http://schemas.openxmlformats.org/officeDocument/2006/relationships" id="264" r:id="R3a525eae5974485f"/>
    <p:sldId xmlns:r="http://schemas.openxmlformats.org/officeDocument/2006/relationships" id="265" r:id="R6092be50fe7b4dcb"/>
    <p:sldId xmlns:r="http://schemas.openxmlformats.org/officeDocument/2006/relationships" id="266" r:id="Rff4372293efb4a3e"/>
    <p:sldId xmlns:r="http://schemas.openxmlformats.org/officeDocument/2006/relationships" id="267" r:id="R24cdf49b0bff48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9b8c954d6b47dd" /><Relationship Type="http://schemas.openxmlformats.org/officeDocument/2006/relationships/slideMaster" Target="/ppt/slideMasters/slideMaster1.xml" Id="Rce12b4e600524109" /><Relationship Type="http://schemas.openxmlformats.org/officeDocument/2006/relationships/notesMaster" Target="/ppt/notesMasters/notesMaster1.xml" Id="R3ca22fc3136a4770" /><Relationship Type="http://schemas.openxmlformats.org/officeDocument/2006/relationships/presProps" Target="/ppt/presProps.xml" Id="R3c7489281c1e4dce" /><Relationship Type="http://schemas.openxmlformats.org/officeDocument/2006/relationships/tableStyles" Target="/ppt/tableStyles.xml" Id="R79adb7b87f75411e" /><Relationship Type="http://schemas.openxmlformats.org/officeDocument/2006/relationships/slide" Target="/ppt/slides/slide1.xml" Id="R6f721dfd74574ab4" /><Relationship Type="http://schemas.openxmlformats.org/officeDocument/2006/relationships/slide" Target="/ppt/slides/slide2.xml" Id="Rb96cc717fd644bcd" /><Relationship Type="http://schemas.openxmlformats.org/officeDocument/2006/relationships/slide" Target="/ppt/slides/slide3.xml" Id="R5ded9ab2c59043ef" /><Relationship Type="http://schemas.openxmlformats.org/officeDocument/2006/relationships/slide" Target="/ppt/slides/slide4.xml" Id="R3bc99bd6390d45c0" /><Relationship Type="http://schemas.openxmlformats.org/officeDocument/2006/relationships/slide" Target="/ppt/slides/slide5.xml" Id="Rc2dbdd3b811c4c6a" /><Relationship Type="http://schemas.openxmlformats.org/officeDocument/2006/relationships/slide" Target="/ppt/slides/slide6.xml" Id="Rafc542b84e49487a" /><Relationship Type="http://schemas.openxmlformats.org/officeDocument/2006/relationships/slide" Target="/ppt/slides/slide7.xml" Id="R2dce94719ced493f" /><Relationship Type="http://schemas.openxmlformats.org/officeDocument/2006/relationships/slide" Target="/ppt/slides/slide8.xml" Id="R57a3fd2190db43ad" /><Relationship Type="http://schemas.openxmlformats.org/officeDocument/2006/relationships/slide" Target="/ppt/slides/slide9.xml" Id="R3a525eae5974485f" /><Relationship Type="http://schemas.openxmlformats.org/officeDocument/2006/relationships/slide" Target="/ppt/slides/slide10.xml" Id="R6092be50fe7b4dcb" /><Relationship Type="http://schemas.openxmlformats.org/officeDocument/2006/relationships/slide" Target="/ppt/slides/slide11.xml" Id="Rff4372293efb4a3e" /><Relationship Type="http://schemas.openxmlformats.org/officeDocument/2006/relationships/slide" Target="/ppt/slides/slide12.xml" Id="R24cdf49b0bff48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ec34ceb60f43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1b1e7cf6014a6e" /><Relationship Type="http://schemas.openxmlformats.org/officeDocument/2006/relationships/notesMaster" Target="/ppt/notesMasters/notesMaster1.xml" Id="R7a1d974c0eca4e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52d50981054d81" /><Relationship Type="http://schemas.openxmlformats.org/officeDocument/2006/relationships/notesMaster" Target="/ppt/notesMasters/notesMaster1.xml" Id="R78b839e12ba541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df055e63dc4a08" /><Relationship Type="http://schemas.openxmlformats.org/officeDocument/2006/relationships/notesMaster" Target="/ppt/notesMasters/notesMaster1.xml" Id="Re96a068c45734d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d5d4b5d00b4e01" /><Relationship Type="http://schemas.openxmlformats.org/officeDocument/2006/relationships/notesMaster" Target="/ppt/notesMasters/notesMaster1.xml" Id="R9fb017ee77d945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885482f04d4a74" /><Relationship Type="http://schemas.openxmlformats.org/officeDocument/2006/relationships/notesMaster" Target="/ppt/notesMasters/notesMaster1.xml" Id="R3cb6444aa8aa41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c009bde0404d5a" /><Relationship Type="http://schemas.openxmlformats.org/officeDocument/2006/relationships/notesMaster" Target="/ppt/notesMasters/notesMaster1.xml" Id="R35a34feaa58f4a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53874f3b1d47e1" /><Relationship Type="http://schemas.openxmlformats.org/officeDocument/2006/relationships/notesMaster" Target="/ppt/notesMasters/notesMaster1.xml" Id="Re8138ffc8e454c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6c22619b9b48e2" /><Relationship Type="http://schemas.openxmlformats.org/officeDocument/2006/relationships/notesMaster" Target="/ppt/notesMasters/notesMaster1.xml" Id="Re9d90a09907441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f5c98c27ec4790" /><Relationship Type="http://schemas.openxmlformats.org/officeDocument/2006/relationships/notesMaster" Target="/ppt/notesMasters/notesMaster1.xml" Id="R2253c0e008ab49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7751bb5e254c88" /><Relationship Type="http://schemas.openxmlformats.org/officeDocument/2006/relationships/notesMaster" Target="/ppt/notesMasters/notesMaster1.xml" Id="R13eb0c772c354b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848eba36ea4ea9" /><Relationship Type="http://schemas.openxmlformats.org/officeDocument/2006/relationships/notesMaster" Target="/ppt/notesMasters/notesMaster1.xml" Id="Rc849acbae4b041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22670cc0bd4805" /><Relationship Type="http://schemas.openxmlformats.org/officeDocument/2006/relationships/notesMaster" Target="/ppt/notesMasters/notesMaster1.xml" Id="R5aa29d8ae55348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DG32-LITE is Deepgrid Semi's lockstep RISC-V motor-control chip, and this is its preliminary datasheet in twelve slides. Two cores run in lockstep inside a nine-by-nine millimetre, sixty-four-pin QFN. Everything here comes from the design as built for first silicon and from process nominals, not from measured parts, and each slide says which is which.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facts set every design-in. The core runs from a one point eight volt rail. The input and output ring runs at three point three volts. The whole chip runs from one fifty megahertz clock. And every signal comes out through forty-four pins of a sixty-four-pin package, with the other twenty pins given to supplies and ground.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datasheet lists nine features, so one chip can boot, drive and guard a motor by itself. Two RISC-V cores in lockstep with a comparator that flags faults. Thirty-two kilobytes of SRAM and a sixty-four kilobyte boot ROM. Three-phase PWM with a hardware brake, four DShot channels, encoder and Hall inputs, a CORDIC and an on-die ADC. Serial ports, SPI, I squared C and GPIO, with supervision, and no management 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Forty-four signal pins fall into eleven groups. Motor PWM and its sample trigger take seven, and so does the QSPI flash. Position sensing takes six. Serial, SPI, JTAG and GPIO take fifteen between them. Three carry safety signals, including the fault output, and the analog inputs, I squared C, and clock and reset take two 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pins are grouped by job rather than scattered. One side carries the motor: all six gate outputs, the sample trigger, the encoder and two Hall inputs. The opposite side carries the boot flash and the serial ports. The bottom holds JTAG, the clock and the resets, and the top holds I squared C, GPIO, the fault output and the supply-good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electrical limit in this datasheet is a design target or a process nominal, and first-silicon characterisation will replace it. The core supply runs from one point seven one to one point eight nine volts, and the input and output supply from three to three point six. The analog inputs accept zero to one point eight volts, and absolute maximums sit just above the operating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 is simple. All logic, memory and the ADC draw from the one point eight volt user rail. The other user rails are unused, and are tied to their nominal voltage only to keep protection structures biased. Bring up three point three volts before or together with one point eight. The tool estimate is about zero point four three watts at fifty megahertz.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Clocking is just as direct. One three point three volt clock input drives the whole chip at a fifty megahertz design target, and there is no on-die PLL. Two active-low resets are combined on the die with the power-on reset, so a board can use either one and pull the other high. The core itself reaches fifty-five to sixty-two megahertz after place-and-route.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chip boots with no outside help. The ROM prints a banner on the console UART, reads and checks the flash image header, copies the image into SRAM over a quad-SPI read, and jumps to it. Code runs from SRAM, not in place from flash. If the flash is blank, a UART monitor starts instead, so a bare board can still be inspected.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numbers a firmware plan can count on before any part is measured. The UARTs run at one hundred fifteen thousand two hundred baud, SPI to twenty-five megahertz, and I squared C at one hundred or four hundred kilohertz. PWM dead-time reaches five point one microseconds, and the brake acts within two cycles. The ADC samples at about two hundred kilosamples per second, and on this silicon it runs untrimmed.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design team can commit to the package today: nine by nine millimetres, half-millimetre lead spacing, and an exposed paddle for ground. Three things can still move. Pin assignments wait for the foundry to confirm its bonding plan, the electrical numbers wait for measured parts, and the control core accepts no new features before it has been tested in silicon.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the dividing line is clear. You can design around the package, the pin groups, the supplies, the clock and the boot sequence now. What still needs real parts is all of the electrical limits and the confirmed pin assignment. Register-level detail belongs to the engineering datasheet; this overview is what a board and firmware plan starts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2319f425cd4e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a5db2b3ee44075" /><Relationship Type="http://schemas.openxmlformats.org/officeDocument/2006/relationships/slideLayout" Target="/ppt/slideLayouts/slideLayout1.xml" Id="Ra668ac1b3c3243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8ac1b3c3243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6d6bea051a4a8d" /><Relationship Type="http://schemas.openxmlformats.org/officeDocument/2006/relationships/notesSlide" Target="/ppt/notesSlides/notesSlide1.xml" Id="R8562aa11a45049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e57ec1dcee44fd" /><Relationship Type="http://schemas.openxmlformats.org/officeDocument/2006/relationships/notesSlide" Target="/ppt/notesSlides/notesSlide2.xml" Id="R88c11971295c4c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e55396fcc046fd" /><Relationship Type="http://schemas.openxmlformats.org/officeDocument/2006/relationships/notesSlide" Target="/ppt/notesSlides/notesSlide3.xml" Id="Rf2a6abb0b9dd44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7787013636487b" /><Relationship Type="http://schemas.openxmlformats.org/officeDocument/2006/relationships/notesSlide" Target="/ppt/notesSlides/notesSlide4.xml" Id="R3597fb17971a44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d9f6c2d80142e7" /><Relationship Type="http://schemas.openxmlformats.org/officeDocument/2006/relationships/notesSlide" Target="/ppt/notesSlides/notesSlide5.xml" Id="R45d746c7df8943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8a273020204617" /><Relationship Type="http://schemas.openxmlformats.org/officeDocument/2006/relationships/notesSlide" Target="/ppt/notesSlides/notesSlide6.xml" Id="Rdb4656a8efed40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3b5ca6cfa64725" /><Relationship Type="http://schemas.openxmlformats.org/officeDocument/2006/relationships/notesSlide" Target="/ppt/notesSlides/notesSlide7.xml" Id="Rfa89938848364a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0a32ce4b0042ea" /><Relationship Type="http://schemas.openxmlformats.org/officeDocument/2006/relationships/notesSlide" Target="/ppt/notesSlides/notesSlide8.xml" Id="R89a98099b8a043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de78774af54a29" /><Relationship Type="http://schemas.openxmlformats.org/officeDocument/2006/relationships/notesSlide" Target="/ppt/notesSlides/notesSlide9.xml" Id="R6810b3ef6f6f4f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28ca96e1aa4e29" /><Relationship Type="http://schemas.openxmlformats.org/officeDocument/2006/relationships/notesSlide" Target="/ppt/notesSlides/notesSlide10.xml" Id="R135d4796915947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dd9e35cc2b4905" /><Relationship Type="http://schemas.openxmlformats.org/officeDocument/2006/relationships/notesSlide" Target="/ppt/notesSlides/notesSlide11.xml" Id="Rbb76916c50f84a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4f3ab05aef426e" /><Relationship Type="http://schemas.openxmlformats.org/officeDocument/2006/relationships/notesSlide" Target="/ppt/notesSlides/notesSlide12.xml" Id="R889b895f96b6419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7" name="">
            <a:extLst xmlns:a="http://schemas.openxmlformats.org/drawingml/2006/main">
              <a:ext uri="{FF2B5EF4-FFF2-40B4-BE49-F238E27FC236}">
                <a16:creationId xmlns:a16="http://schemas.microsoft.com/office/drawing/2014/main" id="{EC630311-538B-44A3-9482-3F273D1CDB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A9F81F-516C-4ED8-A46A-0CB8AB11821A}"/>
              </a:ext>
            </a:extLst>
          </p:cNvPr>
          <p:cNvSpPr>
            <a:spLocks xmlns:a="http://schemas.openxmlformats.org/drawingml/2006/main" noGrp="1"/>
          </p:cNvSpPr>
          <p:nvPr/>
        </p:nvSpPr>
        <p:spPr>
          <a:xfrm xmlns:a="http://schemas.openxmlformats.org/drawingml/2006/main">
            <a:off x="457200" y="666750"/>
            <a:ext cx="7239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DEEPGRID SEMI  ·  DG32-LITE  ·  PRELIMINARY DATASHEET</a:t>
            </a:r>
          </a:p>
        </p:txBody>
      </p:sp>
      <p:sp>
        <p:nvSpPr>
          <p:cNvPr id="3" name="">
            <a:extLst xmlns:a="http://schemas.openxmlformats.org/drawingml/2006/main">
              <a:ext uri="{FF2B5EF4-FFF2-40B4-BE49-F238E27FC236}">
                <a16:creationId xmlns:a16="http://schemas.microsoft.com/office/drawing/2014/main" id="{DFCACC00-946D-428E-9A12-3A4D2E1CCBD8}"/>
              </a:ext>
            </a:extLst>
          </p:cNvPr>
          <p:cNvSpPr>
            <a:spLocks xmlns:a="http://schemas.openxmlformats.org/drawingml/2006/main" noGrp="1"/>
          </p:cNvSpPr>
          <p:nvPr/>
        </p:nvSpPr>
        <p:spPr>
          <a:xfrm xmlns:a="http://schemas.openxmlformats.org/drawingml/2006/main">
            <a:off x="457200" y="1066800"/>
            <a:ext cx="7239000" cy="1619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Georgia"/>
                <a:ea typeface="Georgia"/>
                <a:cs typeface="Georgia"/>
              </a:defRPr>
            </a:pPr>
            <a:r>
              <a:t>A lockstep motor MCU in a QFN-64 package</a:t>
            </a:r>
          </a:p>
        </p:txBody>
      </p:sp>
      <p:sp>
        <p:nvSpPr>
          <p:cNvPr id="4" name="">
            <a:extLst xmlns:a="http://schemas.openxmlformats.org/drawingml/2006/main">
              <a:ext uri="{FF2B5EF4-FFF2-40B4-BE49-F238E27FC236}">
                <a16:creationId xmlns:a16="http://schemas.microsoft.com/office/drawing/2014/main" id="{5DE98E2B-3663-48D2-B5DA-6AF8BF641B9D}"/>
              </a:ext>
            </a:extLst>
          </p:cNvPr>
          <p:cNvSpPr>
            <a:spLocks xmlns:a="http://schemas.openxmlformats.org/drawingml/2006/main" noGrp="1"/>
          </p:cNvSpPr>
          <p:nvPr/>
        </p:nvSpPr>
        <p:spPr>
          <a:xfrm xmlns:a="http://schemas.openxmlformats.org/drawingml/2006/main">
            <a:off x="457200" y="278130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9617B6-8EC7-4450-94EE-9D9FBBE44875}"/>
              </a:ext>
            </a:extLst>
          </p:cNvPr>
          <p:cNvSpPr>
            <a:spLocks xmlns:a="http://schemas.openxmlformats.org/drawingml/2006/main" noGrp="1"/>
          </p:cNvSpPr>
          <p:nvPr/>
        </p:nvSpPr>
        <p:spPr>
          <a:xfrm xmlns:a="http://schemas.openxmlformats.org/drawingml/2006/main">
            <a:off x="457200" y="2990850"/>
            <a:ext cx="66675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preliminary datasheet at overview level, for hardware and firmware leads · design values and process nominals, pending first-silicon characterisation</a:t>
            </a:r>
          </a:p>
        </p:txBody>
      </p:sp>
      <p:sp>
        <p:nvSpPr>
          <p:cNvPr id="6" name="">
            <a:extLst xmlns:a="http://schemas.openxmlformats.org/drawingml/2006/main">
              <a:ext uri="{FF2B5EF4-FFF2-40B4-BE49-F238E27FC236}">
                <a16:creationId xmlns:a16="http://schemas.microsoft.com/office/drawing/2014/main" id="{D9C73FBB-296C-4CA0-8080-E9F100BFBACD}"/>
              </a:ext>
            </a:extLst>
          </p:cNvPr>
          <p:cNvSpPr>
            <a:spLocks xmlns:a="http://schemas.openxmlformats.org/drawingml/2006/main" noGrp="1"/>
          </p:cNvSpPr>
          <p:nvPr/>
        </p:nvSpPr>
        <p:spPr>
          <a:xfrm xmlns:a="http://schemas.openxmlformats.org/drawingml/2006/main">
            <a:off x="8096250" y="1123950"/>
            <a:ext cx="3048000" cy="3048000"/>
          </a:xfrm>
          <a:prstGeom xmlns:a="http://schemas.openxmlformats.org/drawingml/2006/main" prst="rect">
            <a:avLst/>
          </a:prstGeom>
          <a:solidFill xmlns:a="http://schemas.openxmlformats.org/drawingml/2006/main">
            <a:srgbClr val="12243A"/>
          </a:solidFill>
          <a:ln xmlns:a="http://schemas.openxmlformats.org/drawingml/2006/main" w="19050">
            <a:solidFill>
              <a:srgbClr val="00B4D8"/>
            </a:solidFill>
            <a:prstDash val="solid"/>
          </a:ln>
        </p:spPr>
      </p:sp>
      <p:sp>
        <p:nvSpPr>
          <p:cNvPr id="7" name="">
            <a:extLst xmlns:a="http://schemas.openxmlformats.org/drawingml/2006/main">
              <a:ext uri="{FF2B5EF4-FFF2-40B4-BE49-F238E27FC236}">
                <a16:creationId xmlns:a16="http://schemas.microsoft.com/office/drawing/2014/main" id="{6EE15A1B-C7B7-4933-86BE-CBA7D997BFB5}"/>
              </a:ext>
            </a:extLst>
          </p:cNvPr>
          <p:cNvSpPr>
            <a:spLocks xmlns:a="http://schemas.openxmlformats.org/drawingml/2006/main" noGrp="1"/>
          </p:cNvSpPr>
          <p:nvPr/>
        </p:nvSpPr>
        <p:spPr>
          <a:xfrm xmlns:a="http://schemas.openxmlformats.org/drawingml/2006/main">
            <a:off x="794385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B3678C-AB23-4761-B4C8-13267921D577}"/>
              </a:ext>
            </a:extLst>
          </p:cNvPr>
          <p:cNvSpPr>
            <a:spLocks xmlns:a="http://schemas.openxmlformats.org/drawingml/2006/main" noGrp="1"/>
          </p:cNvSpPr>
          <p:nvPr/>
        </p:nvSpPr>
        <p:spPr>
          <a:xfrm xmlns:a="http://schemas.openxmlformats.org/drawingml/2006/main">
            <a:off x="1116330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12625A2-6436-4FA9-A187-6EADAA605E93}"/>
              </a:ext>
            </a:extLst>
          </p:cNvPr>
          <p:cNvSpPr>
            <a:spLocks xmlns:a="http://schemas.openxmlformats.org/drawingml/2006/main" noGrp="1"/>
          </p:cNvSpPr>
          <p:nvPr/>
        </p:nvSpPr>
        <p:spPr>
          <a:xfrm xmlns:a="http://schemas.openxmlformats.org/drawingml/2006/main">
            <a:off x="82772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589FBB-3499-4EFA-B062-F0FDF8ED6E4F}"/>
              </a:ext>
            </a:extLst>
          </p:cNvPr>
          <p:cNvSpPr>
            <a:spLocks xmlns:a="http://schemas.openxmlformats.org/drawingml/2006/main" noGrp="1"/>
          </p:cNvSpPr>
          <p:nvPr/>
        </p:nvSpPr>
        <p:spPr>
          <a:xfrm xmlns:a="http://schemas.openxmlformats.org/drawingml/2006/main">
            <a:off x="82772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681CAEE-2A92-4E3F-AD1A-377E096C0984}"/>
              </a:ext>
            </a:extLst>
          </p:cNvPr>
          <p:cNvSpPr>
            <a:spLocks xmlns:a="http://schemas.openxmlformats.org/drawingml/2006/main" noGrp="1"/>
          </p:cNvSpPr>
          <p:nvPr/>
        </p:nvSpPr>
        <p:spPr>
          <a:xfrm xmlns:a="http://schemas.openxmlformats.org/drawingml/2006/main">
            <a:off x="794385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2B6857-D770-483F-8CEC-750D66FC4AF4}"/>
              </a:ext>
            </a:extLst>
          </p:cNvPr>
          <p:cNvSpPr>
            <a:spLocks xmlns:a="http://schemas.openxmlformats.org/drawingml/2006/main" noGrp="1"/>
          </p:cNvSpPr>
          <p:nvPr/>
        </p:nvSpPr>
        <p:spPr>
          <a:xfrm xmlns:a="http://schemas.openxmlformats.org/drawingml/2006/main">
            <a:off x="1116330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7BDB9CC-0E2F-4AEE-AAEA-EBDAE0F7BAA0}"/>
              </a:ext>
            </a:extLst>
          </p:cNvPr>
          <p:cNvSpPr>
            <a:spLocks xmlns:a="http://schemas.openxmlformats.org/drawingml/2006/main" noGrp="1"/>
          </p:cNvSpPr>
          <p:nvPr/>
        </p:nvSpPr>
        <p:spPr>
          <a:xfrm xmlns:a="http://schemas.openxmlformats.org/drawingml/2006/main">
            <a:off x="84499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A1EF145-46A5-4DBC-B431-AF3CFBE45ED2}"/>
              </a:ext>
            </a:extLst>
          </p:cNvPr>
          <p:cNvSpPr>
            <a:spLocks xmlns:a="http://schemas.openxmlformats.org/drawingml/2006/main" noGrp="1"/>
          </p:cNvSpPr>
          <p:nvPr/>
        </p:nvSpPr>
        <p:spPr>
          <a:xfrm xmlns:a="http://schemas.openxmlformats.org/drawingml/2006/main">
            <a:off x="84499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884592C-D9B0-471A-A065-E0F2BDEFFDC3}"/>
              </a:ext>
            </a:extLst>
          </p:cNvPr>
          <p:cNvSpPr>
            <a:spLocks xmlns:a="http://schemas.openxmlformats.org/drawingml/2006/main" noGrp="1"/>
          </p:cNvSpPr>
          <p:nvPr/>
        </p:nvSpPr>
        <p:spPr>
          <a:xfrm xmlns:a="http://schemas.openxmlformats.org/drawingml/2006/main">
            <a:off x="794385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B718CB2-3DBB-40E6-A24E-A78763642E4B}"/>
              </a:ext>
            </a:extLst>
          </p:cNvPr>
          <p:cNvSpPr>
            <a:spLocks xmlns:a="http://schemas.openxmlformats.org/drawingml/2006/main" noGrp="1"/>
          </p:cNvSpPr>
          <p:nvPr/>
        </p:nvSpPr>
        <p:spPr>
          <a:xfrm xmlns:a="http://schemas.openxmlformats.org/drawingml/2006/main">
            <a:off x="1116330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E0447EB-AB33-46D8-9662-4B55AF999A8C}"/>
              </a:ext>
            </a:extLst>
          </p:cNvPr>
          <p:cNvSpPr>
            <a:spLocks xmlns:a="http://schemas.openxmlformats.org/drawingml/2006/main" noGrp="1"/>
          </p:cNvSpPr>
          <p:nvPr/>
        </p:nvSpPr>
        <p:spPr>
          <a:xfrm xmlns:a="http://schemas.openxmlformats.org/drawingml/2006/main">
            <a:off x="86226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D44D703-0EF2-4935-8978-DC3E9CCD0E44}"/>
              </a:ext>
            </a:extLst>
          </p:cNvPr>
          <p:cNvSpPr>
            <a:spLocks xmlns:a="http://schemas.openxmlformats.org/drawingml/2006/main" noGrp="1"/>
          </p:cNvSpPr>
          <p:nvPr/>
        </p:nvSpPr>
        <p:spPr>
          <a:xfrm xmlns:a="http://schemas.openxmlformats.org/drawingml/2006/main">
            <a:off x="86226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1353357-F895-45BB-ABAC-9EB86DEC062B}"/>
              </a:ext>
            </a:extLst>
          </p:cNvPr>
          <p:cNvSpPr>
            <a:spLocks xmlns:a="http://schemas.openxmlformats.org/drawingml/2006/main" noGrp="1"/>
          </p:cNvSpPr>
          <p:nvPr/>
        </p:nvSpPr>
        <p:spPr>
          <a:xfrm xmlns:a="http://schemas.openxmlformats.org/drawingml/2006/main">
            <a:off x="794385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7CC1F4F-F791-41F6-8697-A88D68C7B6F1}"/>
              </a:ext>
            </a:extLst>
          </p:cNvPr>
          <p:cNvSpPr>
            <a:spLocks xmlns:a="http://schemas.openxmlformats.org/drawingml/2006/main" noGrp="1"/>
          </p:cNvSpPr>
          <p:nvPr/>
        </p:nvSpPr>
        <p:spPr>
          <a:xfrm xmlns:a="http://schemas.openxmlformats.org/drawingml/2006/main">
            <a:off x="1116330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CA262B2-6892-46FD-8E53-F3D7EE5F84EA}"/>
              </a:ext>
            </a:extLst>
          </p:cNvPr>
          <p:cNvSpPr>
            <a:spLocks xmlns:a="http://schemas.openxmlformats.org/drawingml/2006/main" noGrp="1"/>
          </p:cNvSpPr>
          <p:nvPr/>
        </p:nvSpPr>
        <p:spPr>
          <a:xfrm xmlns:a="http://schemas.openxmlformats.org/drawingml/2006/main">
            <a:off x="87953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0F59801-A3EB-4468-8116-70F05A5EE4C1}"/>
              </a:ext>
            </a:extLst>
          </p:cNvPr>
          <p:cNvSpPr>
            <a:spLocks xmlns:a="http://schemas.openxmlformats.org/drawingml/2006/main" noGrp="1"/>
          </p:cNvSpPr>
          <p:nvPr/>
        </p:nvSpPr>
        <p:spPr>
          <a:xfrm xmlns:a="http://schemas.openxmlformats.org/drawingml/2006/main">
            <a:off x="87953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08B7B02-AA4F-4718-B44C-0823D876BC6F}"/>
              </a:ext>
            </a:extLst>
          </p:cNvPr>
          <p:cNvSpPr>
            <a:spLocks xmlns:a="http://schemas.openxmlformats.org/drawingml/2006/main" noGrp="1"/>
          </p:cNvSpPr>
          <p:nvPr/>
        </p:nvSpPr>
        <p:spPr>
          <a:xfrm xmlns:a="http://schemas.openxmlformats.org/drawingml/2006/main">
            <a:off x="794385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E0A50A0-EBF3-422B-8574-870F6338C2A6}"/>
              </a:ext>
            </a:extLst>
          </p:cNvPr>
          <p:cNvSpPr>
            <a:spLocks xmlns:a="http://schemas.openxmlformats.org/drawingml/2006/main" noGrp="1"/>
          </p:cNvSpPr>
          <p:nvPr/>
        </p:nvSpPr>
        <p:spPr>
          <a:xfrm xmlns:a="http://schemas.openxmlformats.org/drawingml/2006/main">
            <a:off x="1116330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897C895-7F0D-4D24-AC19-F132CEA6167E}"/>
              </a:ext>
            </a:extLst>
          </p:cNvPr>
          <p:cNvSpPr>
            <a:spLocks xmlns:a="http://schemas.openxmlformats.org/drawingml/2006/main" noGrp="1"/>
          </p:cNvSpPr>
          <p:nvPr/>
        </p:nvSpPr>
        <p:spPr>
          <a:xfrm xmlns:a="http://schemas.openxmlformats.org/drawingml/2006/main">
            <a:off x="89681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5B71701-5562-4F91-9451-D99FD6463AE9}"/>
              </a:ext>
            </a:extLst>
          </p:cNvPr>
          <p:cNvSpPr>
            <a:spLocks xmlns:a="http://schemas.openxmlformats.org/drawingml/2006/main" noGrp="1"/>
          </p:cNvSpPr>
          <p:nvPr/>
        </p:nvSpPr>
        <p:spPr>
          <a:xfrm xmlns:a="http://schemas.openxmlformats.org/drawingml/2006/main">
            <a:off x="89681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9D4E03F-D8D3-4B5E-88B7-3931FA42AACA}"/>
              </a:ext>
            </a:extLst>
          </p:cNvPr>
          <p:cNvSpPr>
            <a:spLocks xmlns:a="http://schemas.openxmlformats.org/drawingml/2006/main" noGrp="1"/>
          </p:cNvSpPr>
          <p:nvPr/>
        </p:nvSpPr>
        <p:spPr>
          <a:xfrm xmlns:a="http://schemas.openxmlformats.org/drawingml/2006/main">
            <a:off x="794385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677FA53-AF27-4F3E-BD08-4F263E9356D5}"/>
              </a:ext>
            </a:extLst>
          </p:cNvPr>
          <p:cNvSpPr>
            <a:spLocks xmlns:a="http://schemas.openxmlformats.org/drawingml/2006/main" noGrp="1"/>
          </p:cNvSpPr>
          <p:nvPr/>
        </p:nvSpPr>
        <p:spPr>
          <a:xfrm xmlns:a="http://schemas.openxmlformats.org/drawingml/2006/main">
            <a:off x="1116330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927CB4A-6E7F-4B63-A040-DE9F92EC67B6}"/>
              </a:ext>
            </a:extLst>
          </p:cNvPr>
          <p:cNvSpPr>
            <a:spLocks xmlns:a="http://schemas.openxmlformats.org/drawingml/2006/main" noGrp="1"/>
          </p:cNvSpPr>
          <p:nvPr/>
        </p:nvSpPr>
        <p:spPr>
          <a:xfrm xmlns:a="http://schemas.openxmlformats.org/drawingml/2006/main">
            <a:off x="91408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A18CC53-0F4F-4DBC-850E-F53FAFCA741D}"/>
              </a:ext>
            </a:extLst>
          </p:cNvPr>
          <p:cNvSpPr>
            <a:spLocks xmlns:a="http://schemas.openxmlformats.org/drawingml/2006/main" noGrp="1"/>
          </p:cNvSpPr>
          <p:nvPr/>
        </p:nvSpPr>
        <p:spPr>
          <a:xfrm xmlns:a="http://schemas.openxmlformats.org/drawingml/2006/main">
            <a:off x="91408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754D636-A491-4337-BDAE-1AC0A4004073}"/>
              </a:ext>
            </a:extLst>
          </p:cNvPr>
          <p:cNvSpPr>
            <a:spLocks xmlns:a="http://schemas.openxmlformats.org/drawingml/2006/main" noGrp="1"/>
          </p:cNvSpPr>
          <p:nvPr/>
        </p:nvSpPr>
        <p:spPr>
          <a:xfrm xmlns:a="http://schemas.openxmlformats.org/drawingml/2006/main">
            <a:off x="794385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C6BC7C7-AA68-4E38-8DE7-D4DCDE97FA81}"/>
              </a:ext>
            </a:extLst>
          </p:cNvPr>
          <p:cNvSpPr>
            <a:spLocks xmlns:a="http://schemas.openxmlformats.org/drawingml/2006/main" noGrp="1"/>
          </p:cNvSpPr>
          <p:nvPr/>
        </p:nvSpPr>
        <p:spPr>
          <a:xfrm xmlns:a="http://schemas.openxmlformats.org/drawingml/2006/main">
            <a:off x="1116330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9893634-AC49-4881-8985-F1322D0AC977}"/>
              </a:ext>
            </a:extLst>
          </p:cNvPr>
          <p:cNvSpPr>
            <a:spLocks xmlns:a="http://schemas.openxmlformats.org/drawingml/2006/main" noGrp="1"/>
          </p:cNvSpPr>
          <p:nvPr/>
        </p:nvSpPr>
        <p:spPr>
          <a:xfrm xmlns:a="http://schemas.openxmlformats.org/drawingml/2006/main">
            <a:off x="93135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83F40B5-EBA6-4FCD-8D39-AB6AFCC8B335}"/>
              </a:ext>
            </a:extLst>
          </p:cNvPr>
          <p:cNvSpPr>
            <a:spLocks xmlns:a="http://schemas.openxmlformats.org/drawingml/2006/main" noGrp="1"/>
          </p:cNvSpPr>
          <p:nvPr/>
        </p:nvSpPr>
        <p:spPr>
          <a:xfrm xmlns:a="http://schemas.openxmlformats.org/drawingml/2006/main">
            <a:off x="93135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1432CF4-5B7D-4A1B-96EC-BFC73777A60D}"/>
              </a:ext>
            </a:extLst>
          </p:cNvPr>
          <p:cNvSpPr>
            <a:spLocks xmlns:a="http://schemas.openxmlformats.org/drawingml/2006/main" noGrp="1"/>
          </p:cNvSpPr>
          <p:nvPr/>
        </p:nvSpPr>
        <p:spPr>
          <a:xfrm xmlns:a="http://schemas.openxmlformats.org/drawingml/2006/main">
            <a:off x="794385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201A4F6-E2E4-44C6-896B-8A6DAFE48D70}"/>
              </a:ext>
            </a:extLst>
          </p:cNvPr>
          <p:cNvSpPr>
            <a:spLocks xmlns:a="http://schemas.openxmlformats.org/drawingml/2006/main" noGrp="1"/>
          </p:cNvSpPr>
          <p:nvPr/>
        </p:nvSpPr>
        <p:spPr>
          <a:xfrm xmlns:a="http://schemas.openxmlformats.org/drawingml/2006/main">
            <a:off x="1116330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F6CC024-EF0A-4509-A5E1-B70EED23B52F}"/>
              </a:ext>
            </a:extLst>
          </p:cNvPr>
          <p:cNvSpPr>
            <a:spLocks xmlns:a="http://schemas.openxmlformats.org/drawingml/2006/main" noGrp="1"/>
          </p:cNvSpPr>
          <p:nvPr/>
        </p:nvSpPr>
        <p:spPr>
          <a:xfrm xmlns:a="http://schemas.openxmlformats.org/drawingml/2006/main">
            <a:off x="94862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9C7986F-9DBA-42E7-AE0E-5125B1E43729}"/>
              </a:ext>
            </a:extLst>
          </p:cNvPr>
          <p:cNvSpPr>
            <a:spLocks xmlns:a="http://schemas.openxmlformats.org/drawingml/2006/main" noGrp="1"/>
          </p:cNvSpPr>
          <p:nvPr/>
        </p:nvSpPr>
        <p:spPr>
          <a:xfrm xmlns:a="http://schemas.openxmlformats.org/drawingml/2006/main">
            <a:off x="94862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8DB3DEE-0CAC-4298-B98F-04A8EE34A1AC}"/>
              </a:ext>
            </a:extLst>
          </p:cNvPr>
          <p:cNvSpPr>
            <a:spLocks xmlns:a="http://schemas.openxmlformats.org/drawingml/2006/main" noGrp="1"/>
          </p:cNvSpPr>
          <p:nvPr/>
        </p:nvSpPr>
        <p:spPr>
          <a:xfrm xmlns:a="http://schemas.openxmlformats.org/drawingml/2006/main">
            <a:off x="794385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343C7CB-5B1A-4829-B61F-3DC16E7597FE}"/>
              </a:ext>
            </a:extLst>
          </p:cNvPr>
          <p:cNvSpPr>
            <a:spLocks xmlns:a="http://schemas.openxmlformats.org/drawingml/2006/main" noGrp="1"/>
          </p:cNvSpPr>
          <p:nvPr/>
        </p:nvSpPr>
        <p:spPr>
          <a:xfrm xmlns:a="http://schemas.openxmlformats.org/drawingml/2006/main">
            <a:off x="1116330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2651F25-08DE-42F3-B037-D99888157421}"/>
              </a:ext>
            </a:extLst>
          </p:cNvPr>
          <p:cNvSpPr>
            <a:spLocks xmlns:a="http://schemas.openxmlformats.org/drawingml/2006/main" noGrp="1"/>
          </p:cNvSpPr>
          <p:nvPr/>
        </p:nvSpPr>
        <p:spPr>
          <a:xfrm xmlns:a="http://schemas.openxmlformats.org/drawingml/2006/main">
            <a:off x="96589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41DF738-8397-400D-9A7A-884E0FC61F59}"/>
              </a:ext>
            </a:extLst>
          </p:cNvPr>
          <p:cNvSpPr>
            <a:spLocks xmlns:a="http://schemas.openxmlformats.org/drawingml/2006/main" noGrp="1"/>
          </p:cNvSpPr>
          <p:nvPr/>
        </p:nvSpPr>
        <p:spPr>
          <a:xfrm xmlns:a="http://schemas.openxmlformats.org/drawingml/2006/main">
            <a:off x="96589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9784C8B-D1CF-41DF-93B8-859FA8475171}"/>
              </a:ext>
            </a:extLst>
          </p:cNvPr>
          <p:cNvSpPr>
            <a:spLocks xmlns:a="http://schemas.openxmlformats.org/drawingml/2006/main" noGrp="1"/>
          </p:cNvSpPr>
          <p:nvPr/>
        </p:nvSpPr>
        <p:spPr>
          <a:xfrm xmlns:a="http://schemas.openxmlformats.org/drawingml/2006/main">
            <a:off x="794385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9AAD991-C50A-47FA-8B3E-C0651AB8D4B5}"/>
              </a:ext>
            </a:extLst>
          </p:cNvPr>
          <p:cNvSpPr>
            <a:spLocks xmlns:a="http://schemas.openxmlformats.org/drawingml/2006/main" noGrp="1"/>
          </p:cNvSpPr>
          <p:nvPr/>
        </p:nvSpPr>
        <p:spPr>
          <a:xfrm xmlns:a="http://schemas.openxmlformats.org/drawingml/2006/main">
            <a:off x="1116330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BC777FB-383E-482B-B0FB-B8EB24AAEDCF}"/>
              </a:ext>
            </a:extLst>
          </p:cNvPr>
          <p:cNvSpPr>
            <a:spLocks xmlns:a="http://schemas.openxmlformats.org/drawingml/2006/main" noGrp="1"/>
          </p:cNvSpPr>
          <p:nvPr/>
        </p:nvSpPr>
        <p:spPr>
          <a:xfrm xmlns:a="http://schemas.openxmlformats.org/drawingml/2006/main">
            <a:off x="98317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0EB83B4C-375C-49C2-83AF-70E3EB9A9C42}"/>
              </a:ext>
            </a:extLst>
          </p:cNvPr>
          <p:cNvSpPr>
            <a:spLocks xmlns:a="http://schemas.openxmlformats.org/drawingml/2006/main" noGrp="1"/>
          </p:cNvSpPr>
          <p:nvPr/>
        </p:nvSpPr>
        <p:spPr>
          <a:xfrm xmlns:a="http://schemas.openxmlformats.org/drawingml/2006/main">
            <a:off x="98317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DF66233-73A0-4B42-AE74-D298D749F775}"/>
              </a:ext>
            </a:extLst>
          </p:cNvPr>
          <p:cNvSpPr>
            <a:spLocks xmlns:a="http://schemas.openxmlformats.org/drawingml/2006/main" noGrp="1"/>
          </p:cNvSpPr>
          <p:nvPr/>
        </p:nvSpPr>
        <p:spPr>
          <a:xfrm xmlns:a="http://schemas.openxmlformats.org/drawingml/2006/main">
            <a:off x="794385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841A8B5-A77C-4EE0-90CD-F5CCEE15F6DB}"/>
              </a:ext>
            </a:extLst>
          </p:cNvPr>
          <p:cNvSpPr>
            <a:spLocks xmlns:a="http://schemas.openxmlformats.org/drawingml/2006/main" noGrp="1"/>
          </p:cNvSpPr>
          <p:nvPr/>
        </p:nvSpPr>
        <p:spPr>
          <a:xfrm xmlns:a="http://schemas.openxmlformats.org/drawingml/2006/main">
            <a:off x="1116330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D8F2F25-74E1-45BC-B102-12CD598E8A33}"/>
              </a:ext>
            </a:extLst>
          </p:cNvPr>
          <p:cNvSpPr>
            <a:spLocks xmlns:a="http://schemas.openxmlformats.org/drawingml/2006/main" noGrp="1"/>
          </p:cNvSpPr>
          <p:nvPr/>
        </p:nvSpPr>
        <p:spPr>
          <a:xfrm xmlns:a="http://schemas.openxmlformats.org/drawingml/2006/main">
            <a:off x="100044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51C02E8E-9045-41B0-8F93-C0A807115A6E}"/>
              </a:ext>
            </a:extLst>
          </p:cNvPr>
          <p:cNvSpPr>
            <a:spLocks xmlns:a="http://schemas.openxmlformats.org/drawingml/2006/main" noGrp="1"/>
          </p:cNvSpPr>
          <p:nvPr/>
        </p:nvSpPr>
        <p:spPr>
          <a:xfrm xmlns:a="http://schemas.openxmlformats.org/drawingml/2006/main">
            <a:off x="100044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790EB3A7-EA56-4129-A7AC-BAE609FF21D4}"/>
              </a:ext>
            </a:extLst>
          </p:cNvPr>
          <p:cNvSpPr>
            <a:spLocks xmlns:a="http://schemas.openxmlformats.org/drawingml/2006/main" noGrp="1"/>
          </p:cNvSpPr>
          <p:nvPr/>
        </p:nvSpPr>
        <p:spPr>
          <a:xfrm xmlns:a="http://schemas.openxmlformats.org/drawingml/2006/main">
            <a:off x="794385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866EFA73-DD59-44E1-BFD5-E3BDC0CAB06D}"/>
              </a:ext>
            </a:extLst>
          </p:cNvPr>
          <p:cNvSpPr>
            <a:spLocks xmlns:a="http://schemas.openxmlformats.org/drawingml/2006/main" noGrp="1"/>
          </p:cNvSpPr>
          <p:nvPr/>
        </p:nvSpPr>
        <p:spPr>
          <a:xfrm xmlns:a="http://schemas.openxmlformats.org/drawingml/2006/main">
            <a:off x="1116330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AE9D1CC8-F60B-4006-9D68-920538016F65}"/>
              </a:ext>
            </a:extLst>
          </p:cNvPr>
          <p:cNvSpPr>
            <a:spLocks xmlns:a="http://schemas.openxmlformats.org/drawingml/2006/main" noGrp="1"/>
          </p:cNvSpPr>
          <p:nvPr/>
        </p:nvSpPr>
        <p:spPr>
          <a:xfrm xmlns:a="http://schemas.openxmlformats.org/drawingml/2006/main">
            <a:off x="101771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5C2246F-9511-40E6-AF86-241463A31B56}"/>
              </a:ext>
            </a:extLst>
          </p:cNvPr>
          <p:cNvSpPr>
            <a:spLocks xmlns:a="http://schemas.openxmlformats.org/drawingml/2006/main" noGrp="1"/>
          </p:cNvSpPr>
          <p:nvPr/>
        </p:nvSpPr>
        <p:spPr>
          <a:xfrm xmlns:a="http://schemas.openxmlformats.org/drawingml/2006/main">
            <a:off x="101771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5845B35-7B89-4EF5-AF9B-E395E62B474E}"/>
              </a:ext>
            </a:extLst>
          </p:cNvPr>
          <p:cNvSpPr>
            <a:spLocks xmlns:a="http://schemas.openxmlformats.org/drawingml/2006/main" noGrp="1"/>
          </p:cNvSpPr>
          <p:nvPr/>
        </p:nvSpPr>
        <p:spPr>
          <a:xfrm xmlns:a="http://schemas.openxmlformats.org/drawingml/2006/main">
            <a:off x="794385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3678F9D2-03BD-4A5A-9128-285846B6A5CD}"/>
              </a:ext>
            </a:extLst>
          </p:cNvPr>
          <p:cNvSpPr>
            <a:spLocks xmlns:a="http://schemas.openxmlformats.org/drawingml/2006/main" noGrp="1"/>
          </p:cNvSpPr>
          <p:nvPr/>
        </p:nvSpPr>
        <p:spPr>
          <a:xfrm xmlns:a="http://schemas.openxmlformats.org/drawingml/2006/main">
            <a:off x="1116330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62BE7345-828C-4FE0-BA90-968B2733702F}"/>
              </a:ext>
            </a:extLst>
          </p:cNvPr>
          <p:cNvSpPr>
            <a:spLocks xmlns:a="http://schemas.openxmlformats.org/drawingml/2006/main" noGrp="1"/>
          </p:cNvSpPr>
          <p:nvPr/>
        </p:nvSpPr>
        <p:spPr>
          <a:xfrm xmlns:a="http://schemas.openxmlformats.org/drawingml/2006/main">
            <a:off x="103498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067CBD7-0435-4B42-86E0-1ACA7EE7F39F}"/>
              </a:ext>
            </a:extLst>
          </p:cNvPr>
          <p:cNvSpPr>
            <a:spLocks xmlns:a="http://schemas.openxmlformats.org/drawingml/2006/main" noGrp="1"/>
          </p:cNvSpPr>
          <p:nvPr/>
        </p:nvSpPr>
        <p:spPr>
          <a:xfrm xmlns:a="http://schemas.openxmlformats.org/drawingml/2006/main">
            <a:off x="103498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BE01E61-D898-4C98-A220-56B6EC7B205E}"/>
              </a:ext>
            </a:extLst>
          </p:cNvPr>
          <p:cNvSpPr>
            <a:spLocks xmlns:a="http://schemas.openxmlformats.org/drawingml/2006/main" noGrp="1"/>
          </p:cNvSpPr>
          <p:nvPr/>
        </p:nvSpPr>
        <p:spPr>
          <a:xfrm xmlns:a="http://schemas.openxmlformats.org/drawingml/2006/main">
            <a:off x="794385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01EC8AD-5A9C-48F3-801C-0B2210041623}"/>
              </a:ext>
            </a:extLst>
          </p:cNvPr>
          <p:cNvSpPr>
            <a:spLocks xmlns:a="http://schemas.openxmlformats.org/drawingml/2006/main" noGrp="1"/>
          </p:cNvSpPr>
          <p:nvPr/>
        </p:nvSpPr>
        <p:spPr>
          <a:xfrm xmlns:a="http://schemas.openxmlformats.org/drawingml/2006/main">
            <a:off x="1116330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B11C20E4-4578-4367-93CA-4E64FCC76DCD}"/>
              </a:ext>
            </a:extLst>
          </p:cNvPr>
          <p:cNvSpPr>
            <a:spLocks xmlns:a="http://schemas.openxmlformats.org/drawingml/2006/main" noGrp="1"/>
          </p:cNvSpPr>
          <p:nvPr/>
        </p:nvSpPr>
        <p:spPr>
          <a:xfrm xmlns:a="http://schemas.openxmlformats.org/drawingml/2006/main">
            <a:off x="105225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04138D31-F8BD-46C9-9115-38515E62358D}"/>
              </a:ext>
            </a:extLst>
          </p:cNvPr>
          <p:cNvSpPr>
            <a:spLocks xmlns:a="http://schemas.openxmlformats.org/drawingml/2006/main" noGrp="1"/>
          </p:cNvSpPr>
          <p:nvPr/>
        </p:nvSpPr>
        <p:spPr>
          <a:xfrm xmlns:a="http://schemas.openxmlformats.org/drawingml/2006/main">
            <a:off x="105225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48C647C5-E27E-4E36-9042-3685ED12521E}"/>
              </a:ext>
            </a:extLst>
          </p:cNvPr>
          <p:cNvSpPr>
            <a:spLocks xmlns:a="http://schemas.openxmlformats.org/drawingml/2006/main" noGrp="1"/>
          </p:cNvSpPr>
          <p:nvPr/>
        </p:nvSpPr>
        <p:spPr>
          <a:xfrm xmlns:a="http://schemas.openxmlformats.org/drawingml/2006/main">
            <a:off x="794385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4193F8D7-A846-40EB-B40C-6D463B4C82CA}"/>
              </a:ext>
            </a:extLst>
          </p:cNvPr>
          <p:cNvSpPr>
            <a:spLocks xmlns:a="http://schemas.openxmlformats.org/drawingml/2006/main" noGrp="1"/>
          </p:cNvSpPr>
          <p:nvPr/>
        </p:nvSpPr>
        <p:spPr>
          <a:xfrm xmlns:a="http://schemas.openxmlformats.org/drawingml/2006/main">
            <a:off x="1116330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72DA1ED7-3469-4414-9C64-99DDFA4600FB}"/>
              </a:ext>
            </a:extLst>
          </p:cNvPr>
          <p:cNvSpPr>
            <a:spLocks xmlns:a="http://schemas.openxmlformats.org/drawingml/2006/main" noGrp="1"/>
          </p:cNvSpPr>
          <p:nvPr/>
        </p:nvSpPr>
        <p:spPr>
          <a:xfrm xmlns:a="http://schemas.openxmlformats.org/drawingml/2006/main">
            <a:off x="106953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7C78A8E7-C3A8-451A-BD98-0FF028FBE2BC}"/>
              </a:ext>
            </a:extLst>
          </p:cNvPr>
          <p:cNvSpPr>
            <a:spLocks xmlns:a="http://schemas.openxmlformats.org/drawingml/2006/main" noGrp="1"/>
          </p:cNvSpPr>
          <p:nvPr/>
        </p:nvSpPr>
        <p:spPr>
          <a:xfrm xmlns:a="http://schemas.openxmlformats.org/drawingml/2006/main">
            <a:off x="106953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41DDA0C7-273E-4547-B1CC-7A1F7C994CA7}"/>
              </a:ext>
            </a:extLst>
          </p:cNvPr>
          <p:cNvSpPr>
            <a:spLocks xmlns:a="http://schemas.openxmlformats.org/drawingml/2006/main" noGrp="1"/>
          </p:cNvSpPr>
          <p:nvPr/>
        </p:nvSpPr>
        <p:spPr>
          <a:xfrm xmlns:a="http://schemas.openxmlformats.org/drawingml/2006/main">
            <a:off x="794385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16C2F520-D1A7-4ED8-9C2F-0985E747B957}"/>
              </a:ext>
            </a:extLst>
          </p:cNvPr>
          <p:cNvSpPr>
            <a:spLocks xmlns:a="http://schemas.openxmlformats.org/drawingml/2006/main" noGrp="1"/>
          </p:cNvSpPr>
          <p:nvPr/>
        </p:nvSpPr>
        <p:spPr>
          <a:xfrm xmlns:a="http://schemas.openxmlformats.org/drawingml/2006/main">
            <a:off x="1116330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BEEFA35C-D4C4-4207-B74F-D87D3793227E}"/>
              </a:ext>
            </a:extLst>
          </p:cNvPr>
          <p:cNvSpPr>
            <a:spLocks xmlns:a="http://schemas.openxmlformats.org/drawingml/2006/main" noGrp="1"/>
          </p:cNvSpPr>
          <p:nvPr/>
        </p:nvSpPr>
        <p:spPr>
          <a:xfrm xmlns:a="http://schemas.openxmlformats.org/drawingml/2006/main">
            <a:off x="108680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C7200AD7-2CDD-40A1-A86D-30221AC860CD}"/>
              </a:ext>
            </a:extLst>
          </p:cNvPr>
          <p:cNvSpPr>
            <a:spLocks xmlns:a="http://schemas.openxmlformats.org/drawingml/2006/main" noGrp="1"/>
          </p:cNvSpPr>
          <p:nvPr/>
        </p:nvSpPr>
        <p:spPr>
          <a:xfrm xmlns:a="http://schemas.openxmlformats.org/drawingml/2006/main">
            <a:off x="108680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08717B62-511F-4615-BF8E-60B681A39F7B}"/>
              </a:ext>
            </a:extLst>
          </p:cNvPr>
          <p:cNvSpPr>
            <a:spLocks xmlns:a="http://schemas.openxmlformats.org/drawingml/2006/main" noGrp="1"/>
          </p:cNvSpPr>
          <p:nvPr/>
        </p:nvSpPr>
        <p:spPr>
          <a:xfrm xmlns:a="http://schemas.openxmlformats.org/drawingml/2006/main">
            <a:off x="8286750" y="13144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86789E18-05C6-41FB-8F61-7A256138A243}"/>
              </a:ext>
            </a:extLst>
          </p:cNvPr>
          <p:cNvSpPr>
            <a:spLocks xmlns:a="http://schemas.openxmlformats.org/drawingml/2006/main" noGrp="1"/>
          </p:cNvSpPr>
          <p:nvPr/>
        </p:nvSpPr>
        <p:spPr>
          <a:xfrm xmlns:a="http://schemas.openxmlformats.org/drawingml/2006/main">
            <a:off x="8991600" y="1671638"/>
            <a:ext cx="1257300" cy="1952625"/>
          </a:xfrm>
          <a:prstGeom xmlns:a="http://schemas.openxmlformats.org/drawingml/2006/main" prst="rect">
            <a:avLst/>
          </a:prstGeom>
          <a:solidFill xmlns:a="http://schemas.openxmlformats.org/drawingml/2006/main">
            <a:srgbClr val="1E3A55"/>
          </a:solidFill>
          <a:ln xmlns:a="http://schemas.openxmlformats.org/drawingml/2006/main" w="9525">
            <a:solidFill>
              <a:srgbClr val="8DB4D4"/>
            </a:solidFill>
            <a:prstDash val="solid"/>
          </a:ln>
        </p:spPr>
      </p:sp>
      <p:sp>
        <p:nvSpPr>
          <p:cNvPr id="73" name="">
            <a:extLst xmlns:a="http://schemas.openxmlformats.org/drawingml/2006/main">
              <a:ext uri="{FF2B5EF4-FFF2-40B4-BE49-F238E27FC236}">
                <a16:creationId xmlns:a16="http://schemas.microsoft.com/office/drawing/2014/main" id="{3AAB9EA7-30BD-4E4B-8463-1FE28C7D4543}"/>
              </a:ext>
            </a:extLst>
          </p:cNvPr>
          <p:cNvSpPr>
            <a:spLocks xmlns:a="http://schemas.openxmlformats.org/drawingml/2006/main" noGrp="1"/>
          </p:cNvSpPr>
          <p:nvPr/>
        </p:nvSpPr>
        <p:spPr>
          <a:xfrm xmlns:a="http://schemas.openxmlformats.org/drawingml/2006/main">
            <a:off x="910590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8C36DF3C-17F9-40A3-9F8F-BD5CBAAAB5AF}"/>
              </a:ext>
            </a:extLst>
          </p:cNvPr>
          <p:cNvSpPr>
            <a:spLocks xmlns:a="http://schemas.openxmlformats.org/drawingml/2006/main" noGrp="1"/>
          </p:cNvSpPr>
          <p:nvPr/>
        </p:nvSpPr>
        <p:spPr>
          <a:xfrm xmlns:a="http://schemas.openxmlformats.org/drawingml/2006/main">
            <a:off x="965835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C8FC6E22-05DF-4E55-8074-5D08E7D927F0}"/>
              </a:ext>
            </a:extLst>
          </p:cNvPr>
          <p:cNvSpPr>
            <a:spLocks xmlns:a="http://schemas.openxmlformats.org/drawingml/2006/main" noGrp="1"/>
          </p:cNvSpPr>
          <p:nvPr/>
        </p:nvSpPr>
        <p:spPr>
          <a:xfrm xmlns:a="http://schemas.openxmlformats.org/drawingml/2006/main">
            <a:off x="9105900" y="2471738"/>
            <a:ext cx="1028700" cy="95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C23CD450-2BA3-4B0A-AF2C-17D4CFCDA224}"/>
              </a:ext>
            </a:extLst>
          </p:cNvPr>
          <p:cNvSpPr>
            <a:spLocks xmlns:a="http://schemas.openxmlformats.org/drawingml/2006/main" noGrp="1"/>
          </p:cNvSpPr>
          <p:nvPr/>
        </p:nvSpPr>
        <p:spPr>
          <a:xfrm xmlns:a="http://schemas.openxmlformats.org/drawingml/2006/main">
            <a:off x="91059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3D45EEB3-D003-4AA7-BA54-5FAA50DF2A90}"/>
              </a:ext>
            </a:extLst>
          </p:cNvPr>
          <p:cNvSpPr>
            <a:spLocks xmlns:a="http://schemas.openxmlformats.org/drawingml/2006/main" noGrp="1"/>
          </p:cNvSpPr>
          <p:nvPr/>
        </p:nvSpPr>
        <p:spPr>
          <a:xfrm xmlns:a="http://schemas.openxmlformats.org/drawingml/2006/main">
            <a:off x="93726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6ADD8FDB-11B7-42E2-9B6E-67577B725BFE}"/>
              </a:ext>
            </a:extLst>
          </p:cNvPr>
          <p:cNvSpPr>
            <a:spLocks xmlns:a="http://schemas.openxmlformats.org/drawingml/2006/main" noGrp="1"/>
          </p:cNvSpPr>
          <p:nvPr/>
        </p:nvSpPr>
        <p:spPr>
          <a:xfrm xmlns:a="http://schemas.openxmlformats.org/drawingml/2006/main">
            <a:off x="96393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69EE6091-B305-4B0E-97D0-7CD7C6734DDF}"/>
              </a:ext>
            </a:extLst>
          </p:cNvPr>
          <p:cNvSpPr>
            <a:spLocks xmlns:a="http://schemas.openxmlformats.org/drawingml/2006/main" noGrp="1"/>
          </p:cNvSpPr>
          <p:nvPr/>
        </p:nvSpPr>
        <p:spPr>
          <a:xfrm xmlns:a="http://schemas.openxmlformats.org/drawingml/2006/main">
            <a:off x="99060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76E40D7F-BF96-4B86-A523-CCE35658218A}"/>
              </a:ext>
            </a:extLst>
          </p:cNvPr>
          <p:cNvSpPr>
            <a:spLocks xmlns:a="http://schemas.openxmlformats.org/drawingml/2006/main" noGrp="1"/>
          </p:cNvSpPr>
          <p:nvPr/>
        </p:nvSpPr>
        <p:spPr>
          <a:xfrm xmlns:a="http://schemas.openxmlformats.org/drawingml/2006/main">
            <a:off x="91059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0664D3E8-2937-4FBE-8E3B-2B2E344C3D8D}"/>
              </a:ext>
            </a:extLst>
          </p:cNvPr>
          <p:cNvSpPr>
            <a:spLocks xmlns:a="http://schemas.openxmlformats.org/drawingml/2006/main" noGrp="1"/>
          </p:cNvSpPr>
          <p:nvPr/>
        </p:nvSpPr>
        <p:spPr>
          <a:xfrm xmlns:a="http://schemas.openxmlformats.org/drawingml/2006/main">
            <a:off x="93726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2D8D7D85-8DAC-41E0-873D-9A0E415F1B14}"/>
              </a:ext>
            </a:extLst>
          </p:cNvPr>
          <p:cNvSpPr>
            <a:spLocks xmlns:a="http://schemas.openxmlformats.org/drawingml/2006/main" noGrp="1"/>
          </p:cNvSpPr>
          <p:nvPr/>
        </p:nvSpPr>
        <p:spPr>
          <a:xfrm xmlns:a="http://schemas.openxmlformats.org/drawingml/2006/main">
            <a:off x="96393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0007BF7E-54CA-48C9-AB12-B407AD9BD421}"/>
              </a:ext>
            </a:extLst>
          </p:cNvPr>
          <p:cNvSpPr>
            <a:spLocks xmlns:a="http://schemas.openxmlformats.org/drawingml/2006/main" noGrp="1"/>
          </p:cNvSpPr>
          <p:nvPr/>
        </p:nvSpPr>
        <p:spPr>
          <a:xfrm xmlns:a="http://schemas.openxmlformats.org/drawingml/2006/main">
            <a:off x="99060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C54F278E-D2EF-4EDD-9DC5-EFBEC3003573}"/>
              </a:ext>
            </a:extLst>
          </p:cNvPr>
          <p:cNvSpPr>
            <a:spLocks xmlns:a="http://schemas.openxmlformats.org/drawingml/2006/main" noGrp="1"/>
          </p:cNvSpPr>
          <p:nvPr/>
        </p:nvSpPr>
        <p:spPr>
          <a:xfrm xmlns:a="http://schemas.openxmlformats.org/drawingml/2006/main">
            <a:off x="91059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A1892A7E-F357-4CF3-AE30-4581689E0751}"/>
              </a:ext>
            </a:extLst>
          </p:cNvPr>
          <p:cNvSpPr>
            <a:spLocks xmlns:a="http://schemas.openxmlformats.org/drawingml/2006/main" noGrp="1"/>
          </p:cNvSpPr>
          <p:nvPr/>
        </p:nvSpPr>
        <p:spPr>
          <a:xfrm xmlns:a="http://schemas.openxmlformats.org/drawingml/2006/main">
            <a:off x="93726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EA3F85E0-6395-4556-A6B3-08394D21F454}"/>
              </a:ext>
            </a:extLst>
          </p:cNvPr>
          <p:cNvSpPr>
            <a:spLocks xmlns:a="http://schemas.openxmlformats.org/drawingml/2006/main" noGrp="1"/>
          </p:cNvSpPr>
          <p:nvPr/>
        </p:nvSpPr>
        <p:spPr>
          <a:xfrm xmlns:a="http://schemas.openxmlformats.org/drawingml/2006/main">
            <a:off x="96393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FE356BC7-6A7F-4DA8-8B97-BC7F20389743}"/>
              </a:ext>
            </a:extLst>
          </p:cNvPr>
          <p:cNvSpPr>
            <a:spLocks xmlns:a="http://schemas.openxmlformats.org/drawingml/2006/main" noGrp="1"/>
          </p:cNvSpPr>
          <p:nvPr/>
        </p:nvSpPr>
        <p:spPr>
          <a:xfrm xmlns:a="http://schemas.openxmlformats.org/drawingml/2006/main">
            <a:off x="99060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B8ED0B4C-79A6-458C-966C-05B94AB6FFB1}"/>
              </a:ext>
            </a:extLst>
          </p:cNvPr>
          <p:cNvSpPr>
            <a:spLocks xmlns:a="http://schemas.openxmlformats.org/drawingml/2006/main" noGrp="1"/>
          </p:cNvSpPr>
          <p:nvPr/>
        </p:nvSpPr>
        <p:spPr>
          <a:xfrm xmlns:a="http://schemas.openxmlformats.org/drawingml/2006/main">
            <a:off x="9105900" y="3328988"/>
            <a:ext cx="476250" cy="19050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BA1FBEC7-B814-46AF-BB5C-0784A79C7C4C}"/>
              </a:ext>
            </a:extLst>
          </p:cNvPr>
          <p:cNvSpPr>
            <a:spLocks xmlns:a="http://schemas.openxmlformats.org/drawingml/2006/main" noGrp="1"/>
          </p:cNvSpPr>
          <p:nvPr/>
        </p:nvSpPr>
        <p:spPr>
          <a:xfrm xmlns:a="http://schemas.openxmlformats.org/drawingml/2006/main">
            <a:off x="9658350" y="3328988"/>
            <a:ext cx="476250" cy="1905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5440BAC8-C0D4-4D9E-B84A-E70E4ACBAFB0}"/>
              </a:ext>
            </a:extLst>
          </p:cNvPr>
          <p:cNvSpPr>
            <a:spLocks xmlns:a="http://schemas.openxmlformats.org/drawingml/2006/main" noGrp="1"/>
          </p:cNvSpPr>
          <p:nvPr/>
        </p:nvSpPr>
        <p:spPr>
          <a:xfrm xmlns:a="http://schemas.openxmlformats.org/drawingml/2006/main">
            <a:off x="7905750" y="4457700"/>
            <a:ext cx="3429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QFN-64  ·  ILLUSTRATIVE</a:t>
            </a:r>
          </a:p>
        </p:txBody>
      </p:sp>
      <p:sp>
        <p:nvSpPr>
          <p:cNvPr id="91" name="">
            <a:extLst xmlns:a="http://schemas.openxmlformats.org/drawingml/2006/main">
              <a:ext uri="{FF2B5EF4-FFF2-40B4-BE49-F238E27FC236}">
                <a16:creationId xmlns:a16="http://schemas.microsoft.com/office/drawing/2014/main" id="{D6F5D07E-EDD4-4C76-B3E5-58999EE6EE3D}"/>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6E7529F7-9FE8-4E25-82EB-F41C41624812}"/>
              </a:ext>
            </a:extLst>
          </p:cNvPr>
          <p:cNvSpPr>
            <a:spLocks xmlns:a="http://schemas.openxmlformats.org/drawingml/2006/main" noGrp="1"/>
          </p:cNvSpPr>
          <p:nvPr/>
        </p:nvSpPr>
        <p:spPr>
          <a:xfrm xmlns:a="http://schemas.openxmlformats.org/drawingml/2006/main">
            <a:off x="457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9 × 9 mm</a:t>
            </a:r>
          </a:p>
        </p:txBody>
      </p:sp>
      <p:sp>
        <p:nvSpPr>
          <p:cNvPr id="93" name="">
            <a:extLst xmlns:a="http://schemas.openxmlformats.org/drawingml/2006/main">
              <a:ext uri="{FF2B5EF4-FFF2-40B4-BE49-F238E27FC236}">
                <a16:creationId xmlns:a16="http://schemas.microsoft.com/office/drawing/2014/main" id="{37550D80-491C-4736-B1DE-BBC9DBA5CFA6}"/>
              </a:ext>
            </a:extLst>
          </p:cNvPr>
          <p:cNvSpPr>
            <a:spLocks xmlns:a="http://schemas.openxmlformats.org/drawingml/2006/main" noGrp="1"/>
          </p:cNvSpPr>
          <p:nvPr/>
        </p:nvSpPr>
        <p:spPr>
          <a:xfrm xmlns:a="http://schemas.openxmlformats.org/drawingml/2006/main">
            <a:off x="457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QFN-64 BODY</a:t>
            </a:r>
          </a:p>
        </p:txBody>
      </p:sp>
      <p:sp>
        <p:nvSpPr>
          <p:cNvPr id="94" name="">
            <a:extLst xmlns:a="http://schemas.openxmlformats.org/drawingml/2006/main">
              <a:ext uri="{FF2B5EF4-FFF2-40B4-BE49-F238E27FC236}">
                <a16:creationId xmlns:a16="http://schemas.microsoft.com/office/drawing/2014/main" id="{41FF0CDA-0D63-46E3-83CE-F403C3979F9E}"/>
              </a:ext>
            </a:extLst>
          </p:cNvPr>
          <p:cNvSpPr>
            <a:spLocks xmlns:a="http://schemas.openxmlformats.org/drawingml/2006/main" noGrp="1"/>
          </p:cNvSpPr>
          <p:nvPr/>
        </p:nvSpPr>
        <p:spPr>
          <a:xfrm xmlns:a="http://schemas.openxmlformats.org/drawingml/2006/main">
            <a:off x="32766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A8527A73-9456-48A8-9B53-07712F1ACD79}"/>
              </a:ext>
            </a:extLst>
          </p:cNvPr>
          <p:cNvSpPr>
            <a:spLocks xmlns:a="http://schemas.openxmlformats.org/drawingml/2006/main" noGrp="1"/>
          </p:cNvSpPr>
          <p:nvPr/>
        </p:nvSpPr>
        <p:spPr>
          <a:xfrm xmlns:a="http://schemas.openxmlformats.org/drawingml/2006/main">
            <a:off x="3505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44</a:t>
            </a:r>
          </a:p>
        </p:txBody>
      </p:sp>
      <p:sp>
        <p:nvSpPr>
          <p:cNvPr id="96" name="">
            <a:extLst xmlns:a="http://schemas.openxmlformats.org/drawingml/2006/main">
              <a:ext uri="{FF2B5EF4-FFF2-40B4-BE49-F238E27FC236}">
                <a16:creationId xmlns:a16="http://schemas.microsoft.com/office/drawing/2014/main" id="{77A0839B-1ADB-4766-ADC4-BE77A1DE2B70}"/>
              </a:ext>
            </a:extLst>
          </p:cNvPr>
          <p:cNvSpPr>
            <a:spLocks xmlns:a="http://schemas.openxmlformats.org/drawingml/2006/main" noGrp="1"/>
          </p:cNvSpPr>
          <p:nvPr/>
        </p:nvSpPr>
        <p:spPr>
          <a:xfrm xmlns:a="http://schemas.openxmlformats.org/drawingml/2006/main">
            <a:off x="3505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SIGNAL PINS</a:t>
            </a:r>
          </a:p>
        </p:txBody>
      </p:sp>
      <p:sp>
        <p:nvSpPr>
          <p:cNvPr id="97" name="">
            <a:extLst xmlns:a="http://schemas.openxmlformats.org/drawingml/2006/main">
              <a:ext uri="{FF2B5EF4-FFF2-40B4-BE49-F238E27FC236}">
                <a16:creationId xmlns:a16="http://schemas.microsoft.com/office/drawing/2014/main" id="{B91C9149-5AFF-43F5-9D5D-24A92E19C17E}"/>
              </a:ext>
            </a:extLst>
          </p:cNvPr>
          <p:cNvSpPr>
            <a:spLocks xmlns:a="http://schemas.openxmlformats.org/drawingml/2006/main" noGrp="1"/>
          </p:cNvSpPr>
          <p:nvPr/>
        </p:nvSpPr>
        <p:spPr>
          <a:xfrm xmlns:a="http://schemas.openxmlformats.org/drawingml/2006/main">
            <a:off x="60960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9943041A-5015-49A8-88B9-29C2F0A90C03}"/>
              </a:ext>
            </a:extLst>
          </p:cNvPr>
          <p:cNvSpPr>
            <a:spLocks xmlns:a="http://schemas.openxmlformats.org/drawingml/2006/main" noGrp="1"/>
          </p:cNvSpPr>
          <p:nvPr/>
        </p:nvSpPr>
        <p:spPr>
          <a:xfrm xmlns:a="http://schemas.openxmlformats.org/drawingml/2006/main">
            <a:off x="63246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1.8 / 3.3 V</a:t>
            </a:r>
          </a:p>
        </p:txBody>
      </p:sp>
      <p:sp>
        <p:nvSpPr>
          <p:cNvPr id="99" name="">
            <a:extLst xmlns:a="http://schemas.openxmlformats.org/drawingml/2006/main">
              <a:ext uri="{FF2B5EF4-FFF2-40B4-BE49-F238E27FC236}">
                <a16:creationId xmlns:a16="http://schemas.microsoft.com/office/drawing/2014/main" id="{1C634A3F-C9E6-484D-A06D-2AD33337EDC5}"/>
              </a:ext>
            </a:extLst>
          </p:cNvPr>
          <p:cNvSpPr>
            <a:spLocks xmlns:a="http://schemas.openxmlformats.org/drawingml/2006/main" noGrp="1"/>
          </p:cNvSpPr>
          <p:nvPr/>
        </p:nvSpPr>
        <p:spPr>
          <a:xfrm xmlns:a="http://schemas.openxmlformats.org/drawingml/2006/main">
            <a:off x="63246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CORE / I/O RAILS</a:t>
            </a:r>
          </a:p>
        </p:txBody>
      </p:sp>
      <p:sp>
        <p:nvSpPr>
          <p:cNvPr id="100" name="">
            <a:extLst xmlns:a="http://schemas.openxmlformats.org/drawingml/2006/main">
              <a:ext uri="{FF2B5EF4-FFF2-40B4-BE49-F238E27FC236}">
                <a16:creationId xmlns:a16="http://schemas.microsoft.com/office/drawing/2014/main" id="{B3203F92-28DC-4894-BBEA-00EB994BAC98}"/>
              </a:ext>
            </a:extLst>
          </p:cNvPr>
          <p:cNvSpPr>
            <a:spLocks xmlns:a="http://schemas.openxmlformats.org/drawingml/2006/main" noGrp="1"/>
          </p:cNvSpPr>
          <p:nvPr/>
        </p:nvSpPr>
        <p:spPr>
          <a:xfrm xmlns:a="http://schemas.openxmlformats.org/drawingml/2006/main">
            <a:off x="89154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FF21FEF6-24C7-460C-8F96-8D778170CFEB}"/>
              </a:ext>
            </a:extLst>
          </p:cNvPr>
          <p:cNvSpPr>
            <a:spLocks xmlns:a="http://schemas.openxmlformats.org/drawingml/2006/main" noGrp="1"/>
          </p:cNvSpPr>
          <p:nvPr/>
        </p:nvSpPr>
        <p:spPr>
          <a:xfrm xmlns:a="http://schemas.openxmlformats.org/drawingml/2006/main">
            <a:off x="91440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50 MHz</a:t>
            </a:r>
          </a:p>
        </p:txBody>
      </p:sp>
      <p:sp>
        <p:nvSpPr>
          <p:cNvPr id="102" name="">
            <a:extLst xmlns:a="http://schemas.openxmlformats.org/drawingml/2006/main">
              <a:ext uri="{FF2B5EF4-FFF2-40B4-BE49-F238E27FC236}">
                <a16:creationId xmlns:a16="http://schemas.microsoft.com/office/drawing/2014/main" id="{92DB3808-727F-4A5E-91ED-A34D3F1C72F0}"/>
              </a:ext>
            </a:extLst>
          </p:cNvPr>
          <p:cNvSpPr>
            <a:spLocks xmlns:a="http://schemas.openxmlformats.org/drawingml/2006/main" noGrp="1"/>
          </p:cNvSpPr>
          <p:nvPr/>
        </p:nvSpPr>
        <p:spPr>
          <a:xfrm xmlns:a="http://schemas.openxmlformats.org/drawingml/2006/main">
            <a:off x="91440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ONE CLOCK DOMAIN</a:t>
            </a:r>
          </a:p>
        </p:txBody>
      </p:sp>
      <p:sp>
        <p:nvSpPr>
          <p:cNvPr id="103" name="">
            <a:extLst xmlns:a="http://schemas.openxmlformats.org/drawingml/2006/main">
              <a:ext uri="{FF2B5EF4-FFF2-40B4-BE49-F238E27FC236}">
                <a16:creationId xmlns:a16="http://schemas.microsoft.com/office/drawing/2014/main" id="{53953B63-6062-4B50-BC36-C6024937B0B8}"/>
              </a:ext>
            </a:extLst>
          </p:cNvPr>
          <p:cNvSpPr>
            <a:spLocks xmlns:a="http://schemas.openxmlformats.org/drawingml/2006/main" noGrp="1"/>
          </p:cNvSpPr>
          <p:nvPr/>
        </p:nvSpPr>
        <p:spPr>
          <a:xfrm xmlns:a="http://schemas.openxmlformats.org/drawingml/2006/main">
            <a:off x="457200" y="6096000"/>
            <a:ext cx="10477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Preliminary, pre-silicon. Register maps, the memory map and board-design rules are in the engineering datasheet, not this deck.</a:t>
            </a:r>
          </a:p>
        </p:txBody>
      </p:sp>
      <p:sp>
        <p:nvSpPr>
          <p:cNvPr id="104" name="">
            <a:extLst xmlns:a="http://schemas.openxmlformats.org/drawingml/2006/main">
              <a:ext uri="{FF2B5EF4-FFF2-40B4-BE49-F238E27FC236}">
                <a16:creationId xmlns:a16="http://schemas.microsoft.com/office/drawing/2014/main" id="{B0381401-845A-488F-85C5-711F090CED1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E05464CA-15FC-4ACD-AB60-7C9255F3F7D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PRELIMINARY DATASHEET  ·  SEPTEMBER 2026  ·  PRE-SILICON</a:t>
            </a:r>
          </a:p>
        </p:txBody>
      </p:sp>
      <p:sp>
        <p:nvSpPr>
          <p:cNvPr id="106" name="">
            <a:extLst xmlns:a="http://schemas.openxmlformats.org/drawingml/2006/main">
              <a:ext uri="{FF2B5EF4-FFF2-40B4-BE49-F238E27FC236}">
                <a16:creationId xmlns:a16="http://schemas.microsoft.com/office/drawing/2014/main" id="{BF3370F2-58D9-45F4-BFC3-9EFD6F85FD36}"/>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01</a:t>
            </a:r>
          </a:p>
        </p:txBody>
      </p:sp>
    </p:spTree>
    <p:extLst>
      <p:ext uri="{BB962C8B-B14F-4D97-AF65-F5344CB8AC3E}">
        <p14:creationId xmlns:p14="http://schemas.microsoft.com/office/powerpoint/2010/main" val="13890292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5DF8BD4-57BF-43A8-BE89-6896E52187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966A2C-E8A5-41AA-B559-EDF10ECC24B5}"/>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02 · DESIGN-IN</a:t>
            </a:r>
          </a:p>
        </p:txBody>
      </p:sp>
      <p:sp>
        <p:nvSpPr>
          <p:cNvPr id="3" name="">
            <a:extLst xmlns:a="http://schemas.openxmlformats.org/drawingml/2006/main">
              <a:ext uri="{FF2B5EF4-FFF2-40B4-BE49-F238E27FC236}">
                <a16:creationId xmlns:a16="http://schemas.microsoft.com/office/drawing/2014/main" id="{801ADD60-07CE-4DE8-AA05-9FF9CD0B7CDC}"/>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Four facts set every DG32-LITE design-in</a:t>
            </a:r>
          </a:p>
        </p:txBody>
      </p:sp>
      <p:sp>
        <p:nvSpPr>
          <p:cNvPr id="4" name="">
            <a:extLst xmlns:a="http://schemas.openxmlformats.org/drawingml/2006/main">
              <a:ext uri="{FF2B5EF4-FFF2-40B4-BE49-F238E27FC236}">
                <a16:creationId xmlns:a16="http://schemas.microsoft.com/office/drawing/2014/main" id="{3958A991-A63E-40F5-BAFB-C4469E6C9F74}"/>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Rails, clock and pins: the parts of the datasheet a design commits to first</a:t>
            </a:r>
          </a:p>
        </p:txBody>
      </p:sp>
      <p:sp>
        <p:nvSpPr>
          <p:cNvPr id="5" name="">
            <a:extLst xmlns:a="http://schemas.openxmlformats.org/drawingml/2006/main">
              <a:ext uri="{FF2B5EF4-FFF2-40B4-BE49-F238E27FC236}">
                <a16:creationId xmlns:a16="http://schemas.microsoft.com/office/drawing/2014/main" id="{CDE4AE49-7FD6-4D03-B350-3EC75DA7EB44}"/>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D1E9B0A-1FF5-469C-A1E3-C969145EA10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742ADF2-1A1D-495C-94A7-B5A8A4F5EB5A}"/>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504AA65A-DA80-4CEC-8E61-184E59E47047}"/>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02</a:t>
            </a:r>
          </a:p>
        </p:txBody>
      </p:sp>
      <p:sp>
        <p:nvSpPr>
          <p:cNvPr id="9" name="">
            <a:extLst xmlns:a="http://schemas.openxmlformats.org/drawingml/2006/main">
              <a:ext uri="{FF2B5EF4-FFF2-40B4-BE49-F238E27FC236}">
                <a16:creationId xmlns:a16="http://schemas.microsoft.com/office/drawing/2014/main" id="{7BB95DA9-A081-40AD-8752-F2D49C21193D}"/>
              </a:ext>
            </a:extLst>
          </p:cNvPr>
          <p:cNvSpPr>
            <a:spLocks xmlns:a="http://schemas.openxmlformats.org/drawingml/2006/main" noGrp="1"/>
          </p:cNvSpPr>
          <p:nvPr/>
        </p:nvSpPr>
        <p:spPr>
          <a:xfrm xmlns:a="http://schemas.openxmlformats.org/drawingml/2006/main">
            <a:off x="457200" y="1638300"/>
            <a:ext cx="2647950" cy="1428750"/>
          </a:xfrm>
          <a:prstGeom xmlns:a="http://schemas.openxmlformats.org/drawingml/2006/main" prst="roundRect">
            <a:avLst>
              <a:gd name="adj" fmla="val 5333"/>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E945B6B7-0569-4C93-93BC-5A1FF8096320}"/>
              </a:ext>
            </a:extLst>
          </p:cNvPr>
          <p:cNvSpPr>
            <a:spLocks xmlns:a="http://schemas.openxmlformats.org/drawingml/2006/main" noGrp="1"/>
          </p:cNvSpPr>
          <p:nvPr/>
        </p:nvSpPr>
        <p:spPr>
          <a:xfrm xmlns:a="http://schemas.openxmlformats.org/drawingml/2006/main">
            <a:off x="571500" y="1790700"/>
            <a:ext cx="24193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1.8 V</a:t>
            </a:r>
          </a:p>
        </p:txBody>
      </p:sp>
      <p:sp>
        <p:nvSpPr>
          <p:cNvPr id="11" name="">
            <a:extLst xmlns:a="http://schemas.openxmlformats.org/drawingml/2006/main">
              <a:ext uri="{FF2B5EF4-FFF2-40B4-BE49-F238E27FC236}">
                <a16:creationId xmlns:a16="http://schemas.microsoft.com/office/drawing/2014/main" id="{B47E0C9F-EFA9-4EA9-9904-2E00A0980898}"/>
              </a:ext>
            </a:extLst>
          </p:cNvPr>
          <p:cNvSpPr>
            <a:spLocks xmlns:a="http://schemas.openxmlformats.org/drawingml/2006/main" noGrp="1"/>
          </p:cNvSpPr>
          <p:nvPr/>
        </p:nvSpPr>
        <p:spPr>
          <a:xfrm xmlns:a="http://schemas.openxmlformats.org/drawingml/2006/main">
            <a:off x="571500" y="23526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CORE RAIL</a:t>
            </a:r>
          </a:p>
        </p:txBody>
      </p:sp>
      <p:sp>
        <p:nvSpPr>
          <p:cNvPr id="12" name="">
            <a:extLst xmlns:a="http://schemas.openxmlformats.org/drawingml/2006/main">
              <a:ext uri="{FF2B5EF4-FFF2-40B4-BE49-F238E27FC236}">
                <a16:creationId xmlns:a16="http://schemas.microsoft.com/office/drawing/2014/main" id="{160D77D0-6088-4164-A2AF-A0AAFC280A6B}"/>
              </a:ext>
            </a:extLst>
          </p:cNvPr>
          <p:cNvSpPr>
            <a:spLocks xmlns:a="http://schemas.openxmlformats.org/drawingml/2006/main" noGrp="1"/>
          </p:cNvSpPr>
          <p:nvPr/>
        </p:nvSpPr>
        <p:spPr>
          <a:xfrm xmlns:a="http://schemas.openxmlformats.org/drawingml/2006/main">
            <a:off x="590550" y="2600325"/>
            <a:ext cx="23812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Logic, SRAM and the ADC · 1.71–1.89 V</a:t>
            </a:r>
          </a:p>
        </p:txBody>
      </p:sp>
      <p:sp>
        <p:nvSpPr>
          <p:cNvPr id="13" name="">
            <a:extLst xmlns:a="http://schemas.openxmlformats.org/drawingml/2006/main">
              <a:ext uri="{FF2B5EF4-FFF2-40B4-BE49-F238E27FC236}">
                <a16:creationId xmlns:a16="http://schemas.microsoft.com/office/drawing/2014/main" id="{BD58A5F3-E140-4146-92BC-BEEC6DB35334}"/>
              </a:ext>
            </a:extLst>
          </p:cNvPr>
          <p:cNvSpPr>
            <a:spLocks xmlns:a="http://schemas.openxmlformats.org/drawingml/2006/main" noGrp="1"/>
          </p:cNvSpPr>
          <p:nvPr/>
        </p:nvSpPr>
        <p:spPr>
          <a:xfrm xmlns:a="http://schemas.openxmlformats.org/drawingml/2006/main">
            <a:off x="3333750" y="1638300"/>
            <a:ext cx="2647950" cy="1428750"/>
          </a:xfrm>
          <a:prstGeom xmlns:a="http://schemas.openxmlformats.org/drawingml/2006/main" prst="roundRect">
            <a:avLst>
              <a:gd name="adj" fmla="val 5333"/>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25F73718-F4DD-4AA5-95F1-AEC7619A2528}"/>
              </a:ext>
            </a:extLst>
          </p:cNvPr>
          <p:cNvSpPr>
            <a:spLocks xmlns:a="http://schemas.openxmlformats.org/drawingml/2006/main" noGrp="1"/>
          </p:cNvSpPr>
          <p:nvPr/>
        </p:nvSpPr>
        <p:spPr>
          <a:xfrm xmlns:a="http://schemas.openxmlformats.org/drawingml/2006/main">
            <a:off x="3448050" y="1790700"/>
            <a:ext cx="24193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7686A"/>
                </a:solidFill>
                <a:latin typeface="Georgia"/>
                <a:ea typeface="Georgia"/>
                <a:cs typeface="Georgia"/>
              </a:defRPr>
            </a:pPr>
            <a:r>
              <a:t>3.3 V</a:t>
            </a:r>
          </a:p>
        </p:txBody>
      </p:sp>
      <p:sp>
        <p:nvSpPr>
          <p:cNvPr id="15" name="">
            <a:extLst xmlns:a="http://schemas.openxmlformats.org/drawingml/2006/main">
              <a:ext uri="{FF2B5EF4-FFF2-40B4-BE49-F238E27FC236}">
                <a16:creationId xmlns:a16="http://schemas.microsoft.com/office/drawing/2014/main" id="{D99ADCAC-F4FD-4C2D-96F1-EB7C2580CD80}"/>
              </a:ext>
            </a:extLst>
          </p:cNvPr>
          <p:cNvSpPr>
            <a:spLocks xmlns:a="http://schemas.openxmlformats.org/drawingml/2006/main" noGrp="1"/>
          </p:cNvSpPr>
          <p:nvPr/>
        </p:nvSpPr>
        <p:spPr>
          <a:xfrm xmlns:a="http://schemas.openxmlformats.org/drawingml/2006/main">
            <a:off x="3448050" y="23526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I/O RING</a:t>
            </a:r>
          </a:p>
        </p:txBody>
      </p:sp>
      <p:sp>
        <p:nvSpPr>
          <p:cNvPr id="16" name="">
            <a:extLst xmlns:a="http://schemas.openxmlformats.org/drawingml/2006/main">
              <a:ext uri="{FF2B5EF4-FFF2-40B4-BE49-F238E27FC236}">
                <a16:creationId xmlns:a16="http://schemas.microsoft.com/office/drawing/2014/main" id="{6FCEC388-C56F-45C9-9388-2898942B649F}"/>
              </a:ext>
            </a:extLst>
          </p:cNvPr>
          <p:cNvSpPr>
            <a:spLocks xmlns:a="http://schemas.openxmlformats.org/drawingml/2006/main" noGrp="1"/>
          </p:cNvSpPr>
          <p:nvPr/>
        </p:nvSpPr>
        <p:spPr>
          <a:xfrm xmlns:a="http://schemas.openxmlformats.org/drawingml/2006/main">
            <a:off x="3467100" y="2600325"/>
            <a:ext cx="23812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Pads and ESD · 3.0–3.6 V</a:t>
            </a:r>
          </a:p>
        </p:txBody>
      </p:sp>
      <p:sp>
        <p:nvSpPr>
          <p:cNvPr id="17" name="">
            <a:extLst xmlns:a="http://schemas.openxmlformats.org/drawingml/2006/main">
              <a:ext uri="{FF2B5EF4-FFF2-40B4-BE49-F238E27FC236}">
                <a16:creationId xmlns:a16="http://schemas.microsoft.com/office/drawing/2014/main" id="{643E548E-3841-4D0F-BF5A-C2D748881636}"/>
              </a:ext>
            </a:extLst>
          </p:cNvPr>
          <p:cNvSpPr>
            <a:spLocks xmlns:a="http://schemas.openxmlformats.org/drawingml/2006/main" noGrp="1"/>
          </p:cNvSpPr>
          <p:nvPr/>
        </p:nvSpPr>
        <p:spPr>
          <a:xfrm xmlns:a="http://schemas.openxmlformats.org/drawingml/2006/main">
            <a:off x="6210300" y="1638300"/>
            <a:ext cx="2647950" cy="1428750"/>
          </a:xfrm>
          <a:prstGeom xmlns:a="http://schemas.openxmlformats.org/drawingml/2006/main" prst="roundRect">
            <a:avLst>
              <a:gd name="adj" fmla="val 5333"/>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E9F9E818-A92E-4245-B089-4FF23BABDFE8}"/>
              </a:ext>
            </a:extLst>
          </p:cNvPr>
          <p:cNvSpPr>
            <a:spLocks xmlns:a="http://schemas.openxmlformats.org/drawingml/2006/main" noGrp="1"/>
          </p:cNvSpPr>
          <p:nvPr/>
        </p:nvSpPr>
        <p:spPr>
          <a:xfrm xmlns:a="http://schemas.openxmlformats.org/drawingml/2006/main">
            <a:off x="6324600" y="1790700"/>
            <a:ext cx="24193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7686A"/>
                </a:solidFill>
                <a:latin typeface="Georgia"/>
                <a:ea typeface="Georgia"/>
                <a:cs typeface="Georgia"/>
              </a:defRPr>
            </a:pPr>
            <a:r>
              <a:t>50 MHz</a:t>
            </a:r>
          </a:p>
        </p:txBody>
      </p:sp>
      <p:sp>
        <p:nvSpPr>
          <p:cNvPr id="19" name="">
            <a:extLst xmlns:a="http://schemas.openxmlformats.org/drawingml/2006/main">
              <a:ext uri="{FF2B5EF4-FFF2-40B4-BE49-F238E27FC236}">
                <a16:creationId xmlns:a16="http://schemas.microsoft.com/office/drawing/2014/main" id="{E77CFA8C-7A8A-4C72-9F85-A25217CC8AD9}"/>
              </a:ext>
            </a:extLst>
          </p:cNvPr>
          <p:cNvSpPr>
            <a:spLocks xmlns:a="http://schemas.openxmlformats.org/drawingml/2006/main" noGrp="1"/>
          </p:cNvSpPr>
          <p:nvPr/>
        </p:nvSpPr>
        <p:spPr>
          <a:xfrm xmlns:a="http://schemas.openxmlformats.org/drawingml/2006/main">
            <a:off x="6324600" y="23526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CLOCK</a:t>
            </a:r>
          </a:p>
        </p:txBody>
      </p:sp>
      <p:sp>
        <p:nvSpPr>
          <p:cNvPr id="20" name="">
            <a:extLst xmlns:a="http://schemas.openxmlformats.org/drawingml/2006/main">
              <a:ext uri="{FF2B5EF4-FFF2-40B4-BE49-F238E27FC236}">
                <a16:creationId xmlns:a16="http://schemas.microsoft.com/office/drawing/2014/main" id="{8A47B68D-CCD9-4CA3-B9D8-F17155491F76}"/>
              </a:ext>
            </a:extLst>
          </p:cNvPr>
          <p:cNvSpPr>
            <a:spLocks xmlns:a="http://schemas.openxmlformats.org/drawingml/2006/main" noGrp="1"/>
          </p:cNvSpPr>
          <p:nvPr/>
        </p:nvSpPr>
        <p:spPr>
          <a:xfrm xmlns:a="http://schemas.openxmlformats.org/drawingml/2006/main">
            <a:off x="6343650" y="2600325"/>
            <a:ext cx="23812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One domain, no on-die PLL</a:t>
            </a:r>
          </a:p>
        </p:txBody>
      </p:sp>
      <p:sp>
        <p:nvSpPr>
          <p:cNvPr id="21" name="">
            <a:extLst xmlns:a="http://schemas.openxmlformats.org/drawingml/2006/main">
              <a:ext uri="{FF2B5EF4-FFF2-40B4-BE49-F238E27FC236}">
                <a16:creationId xmlns:a16="http://schemas.microsoft.com/office/drawing/2014/main" id="{E3306085-8B35-4D2F-AED6-6FD34C0BF770}"/>
              </a:ext>
            </a:extLst>
          </p:cNvPr>
          <p:cNvSpPr>
            <a:spLocks xmlns:a="http://schemas.openxmlformats.org/drawingml/2006/main" noGrp="1"/>
          </p:cNvSpPr>
          <p:nvPr/>
        </p:nvSpPr>
        <p:spPr>
          <a:xfrm xmlns:a="http://schemas.openxmlformats.org/drawingml/2006/main">
            <a:off x="9086850" y="1638300"/>
            <a:ext cx="2647950" cy="1428750"/>
          </a:xfrm>
          <a:prstGeom xmlns:a="http://schemas.openxmlformats.org/drawingml/2006/main" prst="roundRect">
            <a:avLst>
              <a:gd name="adj" fmla="val 5333"/>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A8FC6AC1-35C3-479C-B5CA-8E89A6C50D51}"/>
              </a:ext>
            </a:extLst>
          </p:cNvPr>
          <p:cNvSpPr>
            <a:spLocks xmlns:a="http://schemas.openxmlformats.org/drawingml/2006/main" noGrp="1"/>
          </p:cNvSpPr>
          <p:nvPr/>
        </p:nvSpPr>
        <p:spPr>
          <a:xfrm xmlns:a="http://schemas.openxmlformats.org/drawingml/2006/main">
            <a:off x="9201150" y="1790700"/>
            <a:ext cx="241935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7686A"/>
                </a:solidFill>
                <a:latin typeface="Georgia"/>
                <a:ea typeface="Georgia"/>
                <a:cs typeface="Georgia"/>
              </a:defRPr>
            </a:pPr>
            <a:r>
              <a:t>44 / 64</a:t>
            </a:r>
          </a:p>
        </p:txBody>
      </p:sp>
      <p:sp>
        <p:nvSpPr>
          <p:cNvPr id="23" name="">
            <a:extLst xmlns:a="http://schemas.openxmlformats.org/drawingml/2006/main">
              <a:ext uri="{FF2B5EF4-FFF2-40B4-BE49-F238E27FC236}">
                <a16:creationId xmlns:a16="http://schemas.microsoft.com/office/drawing/2014/main" id="{899B9218-BC63-427E-8F8F-295FF0B85FC0}"/>
              </a:ext>
            </a:extLst>
          </p:cNvPr>
          <p:cNvSpPr>
            <a:spLocks xmlns:a="http://schemas.openxmlformats.org/drawingml/2006/main" noGrp="1"/>
          </p:cNvSpPr>
          <p:nvPr/>
        </p:nvSpPr>
        <p:spPr>
          <a:xfrm xmlns:a="http://schemas.openxmlformats.org/drawingml/2006/main">
            <a:off x="9201150" y="2352675"/>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SIGNAL PINS</a:t>
            </a:r>
          </a:p>
        </p:txBody>
      </p:sp>
      <p:sp>
        <p:nvSpPr>
          <p:cNvPr id="24" name="">
            <a:extLst xmlns:a="http://schemas.openxmlformats.org/drawingml/2006/main">
              <a:ext uri="{FF2B5EF4-FFF2-40B4-BE49-F238E27FC236}">
                <a16:creationId xmlns:a16="http://schemas.microsoft.com/office/drawing/2014/main" id="{F41B0131-29CF-4368-8747-9D65847917FF}"/>
              </a:ext>
            </a:extLst>
          </p:cNvPr>
          <p:cNvSpPr>
            <a:spLocks xmlns:a="http://schemas.openxmlformats.org/drawingml/2006/main" noGrp="1"/>
          </p:cNvSpPr>
          <p:nvPr/>
        </p:nvSpPr>
        <p:spPr>
          <a:xfrm xmlns:a="http://schemas.openxmlformats.org/drawingml/2006/main">
            <a:off x="9220200" y="2600325"/>
            <a:ext cx="2381250" cy="4095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Twenty supplies and grounds</a:t>
            </a:r>
          </a:p>
        </p:txBody>
      </p:sp>
      <p:sp>
        <p:nvSpPr>
          <p:cNvPr id="25" name="">
            <a:extLst xmlns:a="http://schemas.openxmlformats.org/drawingml/2006/main">
              <a:ext uri="{FF2B5EF4-FFF2-40B4-BE49-F238E27FC236}">
                <a16:creationId xmlns:a16="http://schemas.microsoft.com/office/drawing/2014/main" id="{FD876273-56E8-4BEC-94EF-E3A154A21D88}"/>
              </a:ext>
            </a:extLst>
          </p:cNvPr>
          <p:cNvSpPr>
            <a:spLocks xmlns:a="http://schemas.openxmlformats.org/drawingml/2006/main" noGrp="1"/>
          </p:cNvSpPr>
          <p:nvPr/>
        </p:nvSpPr>
        <p:spPr>
          <a:xfrm xmlns:a="http://schemas.openxmlformats.org/drawingml/2006/main">
            <a:off x="457200" y="3219450"/>
            <a:ext cx="11277600" cy="11049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A257F02-A522-4501-95AD-85C18C7CB584}"/>
              </a:ext>
            </a:extLst>
          </p:cNvPr>
          <p:cNvSpPr>
            <a:spLocks xmlns:a="http://schemas.openxmlformats.org/drawingml/2006/main" noGrp="1"/>
          </p:cNvSpPr>
          <p:nvPr/>
        </p:nvSpPr>
        <p:spPr>
          <a:xfrm xmlns:a="http://schemas.openxmlformats.org/drawingml/2006/main">
            <a:off x="457200" y="3219450"/>
            <a:ext cx="57150" cy="11049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BD1B618-E576-4DD5-AEB0-00729AEE1430}"/>
              </a:ext>
            </a:extLst>
          </p:cNvPr>
          <p:cNvSpPr>
            <a:spLocks xmlns:a="http://schemas.openxmlformats.org/drawingml/2006/main" noGrp="1"/>
          </p:cNvSpPr>
          <p:nvPr/>
        </p:nvSpPr>
        <p:spPr>
          <a:xfrm xmlns:a="http://schemas.openxmlformats.org/drawingml/2006/main">
            <a:off x="762000" y="3429000"/>
            <a:ext cx="10668000" cy="723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FFFFF"/>
                </a:solidFill>
                <a:latin typeface="Georgia"/>
                <a:ea typeface="Georgia"/>
                <a:cs typeface="Georgia"/>
              </a:defRPr>
            </a:pPr>
            <a:r>
              <a:t>Everything else in the datasheet follows from these four facts: which rails to provide, which clock to route, and which pins the drive, the flash and debug take.</a:t>
            </a:r>
          </a:p>
        </p:txBody>
      </p:sp>
      <p:sp>
        <p:nvSpPr>
          <p:cNvPr id="28" name="">
            <a:extLst xmlns:a="http://schemas.openxmlformats.org/drawingml/2006/main">
              <a:ext uri="{FF2B5EF4-FFF2-40B4-BE49-F238E27FC236}">
                <a16:creationId xmlns:a16="http://schemas.microsoft.com/office/drawing/2014/main" id="{42EC8618-BB8F-4E07-B281-B9AE580B9781}"/>
              </a:ext>
            </a:extLst>
          </p:cNvPr>
          <p:cNvSpPr>
            <a:spLocks xmlns:a="http://schemas.openxmlformats.org/drawingml/2006/main" noGrp="1"/>
          </p:cNvSpPr>
          <p:nvPr/>
        </p:nvSpPr>
        <p:spPr>
          <a:xfrm xmlns:a="http://schemas.openxmlformats.org/drawingml/2006/main">
            <a:off x="457200" y="44958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A68E0D6B-A093-41F2-8D73-55291D22FC73}"/>
              </a:ext>
            </a:extLst>
          </p:cNvPr>
          <p:cNvSpPr>
            <a:spLocks xmlns:a="http://schemas.openxmlformats.org/drawingml/2006/main" noGrp="1"/>
          </p:cNvSpPr>
          <p:nvPr/>
        </p:nvSpPr>
        <p:spPr>
          <a:xfrm xmlns:a="http://schemas.openxmlformats.org/drawingml/2006/main">
            <a:off x="457200" y="44958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EDC69A9-2387-4BFA-9D4F-A6BFB0D1F82F}"/>
              </a:ext>
            </a:extLst>
          </p:cNvPr>
          <p:cNvSpPr>
            <a:spLocks xmlns:a="http://schemas.openxmlformats.org/drawingml/2006/main" noGrp="1"/>
          </p:cNvSpPr>
          <p:nvPr/>
        </p:nvSpPr>
        <p:spPr>
          <a:xfrm xmlns:a="http://schemas.openxmlformats.org/drawingml/2006/main">
            <a:off x="685800" y="46863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Rails</a:t>
            </a:r>
          </a:p>
        </p:txBody>
      </p:sp>
      <p:sp>
        <p:nvSpPr>
          <p:cNvPr id="31" name="">
            <a:extLst xmlns:a="http://schemas.openxmlformats.org/drawingml/2006/main">
              <a:ext uri="{FF2B5EF4-FFF2-40B4-BE49-F238E27FC236}">
                <a16:creationId xmlns:a16="http://schemas.microsoft.com/office/drawing/2014/main" id="{11BBFB4F-AE40-488D-825B-71F1AABD80EB}"/>
              </a:ext>
            </a:extLst>
          </p:cNvPr>
          <p:cNvSpPr>
            <a:spLocks xmlns:a="http://schemas.openxmlformats.org/drawingml/2006/main" noGrp="1"/>
          </p:cNvSpPr>
          <p:nvPr/>
        </p:nvSpPr>
        <p:spPr>
          <a:xfrm xmlns:a="http://schemas.openxmlformats.org/drawingml/2006/main">
            <a:off x="685800" y="50482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Four required rails; unused rails tied to nominal.</a:t>
            </a:r>
          </a:p>
        </p:txBody>
      </p:sp>
      <p:sp>
        <p:nvSpPr>
          <p:cNvPr id="32" name="">
            <a:extLst xmlns:a="http://schemas.openxmlformats.org/drawingml/2006/main">
              <a:ext uri="{FF2B5EF4-FFF2-40B4-BE49-F238E27FC236}">
                <a16:creationId xmlns:a16="http://schemas.microsoft.com/office/drawing/2014/main" id="{F22F385E-0EC9-49B4-BF0C-7CFA754649D3}"/>
              </a:ext>
            </a:extLst>
          </p:cNvPr>
          <p:cNvSpPr>
            <a:spLocks xmlns:a="http://schemas.openxmlformats.org/drawingml/2006/main" noGrp="1"/>
          </p:cNvSpPr>
          <p:nvPr/>
        </p:nvSpPr>
        <p:spPr>
          <a:xfrm xmlns:a="http://schemas.openxmlformats.org/drawingml/2006/main">
            <a:off x="4305300" y="44958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8B9CFE94-786C-438F-9479-706D3592C51F}"/>
              </a:ext>
            </a:extLst>
          </p:cNvPr>
          <p:cNvSpPr>
            <a:spLocks xmlns:a="http://schemas.openxmlformats.org/drawingml/2006/main" noGrp="1"/>
          </p:cNvSpPr>
          <p:nvPr/>
        </p:nvSpPr>
        <p:spPr>
          <a:xfrm xmlns:a="http://schemas.openxmlformats.org/drawingml/2006/main">
            <a:off x="4305300" y="44958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CD82D27-A501-4C08-AC77-4DD332611EE1}"/>
              </a:ext>
            </a:extLst>
          </p:cNvPr>
          <p:cNvSpPr>
            <a:spLocks xmlns:a="http://schemas.openxmlformats.org/drawingml/2006/main" noGrp="1"/>
          </p:cNvSpPr>
          <p:nvPr/>
        </p:nvSpPr>
        <p:spPr>
          <a:xfrm xmlns:a="http://schemas.openxmlformats.org/drawingml/2006/main">
            <a:off x="4533900" y="46863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Clock</a:t>
            </a:r>
          </a:p>
        </p:txBody>
      </p:sp>
      <p:sp>
        <p:nvSpPr>
          <p:cNvPr id="35" name="">
            <a:extLst xmlns:a="http://schemas.openxmlformats.org/drawingml/2006/main">
              <a:ext uri="{FF2B5EF4-FFF2-40B4-BE49-F238E27FC236}">
                <a16:creationId xmlns:a16="http://schemas.microsoft.com/office/drawing/2014/main" id="{B072A84B-2AF7-4C54-A6D0-F43B218D5346}"/>
              </a:ext>
            </a:extLst>
          </p:cNvPr>
          <p:cNvSpPr>
            <a:spLocks xmlns:a="http://schemas.openxmlformats.org/drawingml/2006/main" noGrp="1"/>
          </p:cNvSpPr>
          <p:nvPr/>
        </p:nvSpPr>
        <p:spPr>
          <a:xfrm xmlns:a="http://schemas.openxmlformats.org/drawingml/2006/main">
            <a:off x="4533900" y="50482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One 3.3 V CMOS input, no PLL; core ~55–62 MHz.</a:t>
            </a:r>
          </a:p>
        </p:txBody>
      </p:sp>
      <p:sp>
        <p:nvSpPr>
          <p:cNvPr id="36" name="">
            <a:extLst xmlns:a="http://schemas.openxmlformats.org/drawingml/2006/main">
              <a:ext uri="{FF2B5EF4-FFF2-40B4-BE49-F238E27FC236}">
                <a16:creationId xmlns:a16="http://schemas.microsoft.com/office/drawing/2014/main" id="{4276A185-0050-4B23-B6AC-74B427D452EA}"/>
              </a:ext>
            </a:extLst>
          </p:cNvPr>
          <p:cNvSpPr>
            <a:spLocks xmlns:a="http://schemas.openxmlformats.org/drawingml/2006/main" noGrp="1"/>
          </p:cNvSpPr>
          <p:nvPr/>
        </p:nvSpPr>
        <p:spPr>
          <a:xfrm xmlns:a="http://schemas.openxmlformats.org/drawingml/2006/main">
            <a:off x="8153400" y="44958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A0A8C8CF-32C5-42C2-A0A2-B78037AAADF0}"/>
              </a:ext>
            </a:extLst>
          </p:cNvPr>
          <p:cNvSpPr>
            <a:spLocks xmlns:a="http://schemas.openxmlformats.org/drawingml/2006/main" noGrp="1"/>
          </p:cNvSpPr>
          <p:nvPr/>
        </p:nvSpPr>
        <p:spPr>
          <a:xfrm xmlns:a="http://schemas.openxmlformats.org/drawingml/2006/main">
            <a:off x="8153400" y="4495800"/>
            <a:ext cx="57150" cy="124777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D93E0D3-4DD5-47BB-831B-75F0ED703E3D}"/>
              </a:ext>
            </a:extLst>
          </p:cNvPr>
          <p:cNvSpPr>
            <a:spLocks xmlns:a="http://schemas.openxmlformats.org/drawingml/2006/main" noGrp="1"/>
          </p:cNvSpPr>
          <p:nvPr/>
        </p:nvSpPr>
        <p:spPr>
          <a:xfrm xmlns:a="http://schemas.openxmlformats.org/drawingml/2006/main">
            <a:off x="8382000" y="46863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Pins</a:t>
            </a:r>
          </a:p>
        </p:txBody>
      </p:sp>
      <p:sp>
        <p:nvSpPr>
          <p:cNvPr id="39" name="">
            <a:extLst xmlns:a="http://schemas.openxmlformats.org/drawingml/2006/main">
              <a:ext uri="{FF2B5EF4-FFF2-40B4-BE49-F238E27FC236}">
                <a16:creationId xmlns:a16="http://schemas.microsoft.com/office/drawing/2014/main" id="{2607C8DB-42D5-4B3A-95BD-0F6C93ADC0BD}"/>
              </a:ext>
            </a:extLst>
          </p:cNvPr>
          <p:cNvSpPr>
            <a:spLocks xmlns:a="http://schemas.openxmlformats.org/drawingml/2006/main" noGrp="1"/>
          </p:cNvSpPr>
          <p:nvPr/>
        </p:nvSpPr>
        <p:spPr>
          <a:xfrm xmlns:a="http://schemas.openxmlformats.org/drawingml/2006/main">
            <a:off x="8382000" y="50482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44 signals in eleven groups; 20 supplies and grounds.</a:t>
            </a:r>
          </a:p>
        </p:txBody>
      </p:sp>
      <p:sp>
        <p:nvSpPr>
          <p:cNvPr id="40" name="">
            <a:extLst xmlns:a="http://schemas.openxmlformats.org/drawingml/2006/main">
              <a:ext uri="{FF2B5EF4-FFF2-40B4-BE49-F238E27FC236}">
                <a16:creationId xmlns:a16="http://schemas.microsoft.com/office/drawing/2014/main" id="{693C275B-97E9-4BCF-A79F-10404AFDF51D}"/>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§2, §4.1, §5, §6.1.</a:t>
            </a:r>
          </a:p>
        </p:txBody>
      </p:sp>
    </p:spTree>
    <p:extLst>
      <p:ext uri="{BB962C8B-B14F-4D97-AF65-F5344CB8AC3E}">
        <p14:creationId xmlns:p14="http://schemas.microsoft.com/office/powerpoint/2010/main" val="5648858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CF886F3E-85AB-40FF-B22B-9BF775218E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2F5EFE-CB77-45E0-B4A9-8F647DD9725F}"/>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03 · FEATURES</a:t>
            </a:r>
          </a:p>
        </p:txBody>
      </p:sp>
      <p:sp>
        <p:nvSpPr>
          <p:cNvPr id="3" name="">
            <a:extLst xmlns:a="http://schemas.openxmlformats.org/drawingml/2006/main">
              <a:ext uri="{FF2B5EF4-FFF2-40B4-BE49-F238E27FC236}">
                <a16:creationId xmlns:a16="http://schemas.microsoft.com/office/drawing/2014/main" id="{45661ED5-28B7-4B56-80E7-4544203F0734}"/>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Nine features, one self-booting safety SoC</a:t>
            </a:r>
          </a:p>
        </p:txBody>
      </p:sp>
      <p:sp>
        <p:nvSpPr>
          <p:cNvPr id="4" name="">
            <a:extLst xmlns:a="http://schemas.openxmlformats.org/drawingml/2006/main">
              <a:ext uri="{FF2B5EF4-FFF2-40B4-BE49-F238E27FC236}">
                <a16:creationId xmlns:a16="http://schemas.microsoft.com/office/drawing/2014/main" id="{D34A5100-C10B-4175-A23E-5F794577EA8E}"/>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datasheet’s feature list, grouped as a design sees it</a:t>
            </a:r>
          </a:p>
        </p:txBody>
      </p:sp>
      <p:sp>
        <p:nvSpPr>
          <p:cNvPr id="5" name="">
            <a:extLst xmlns:a="http://schemas.openxmlformats.org/drawingml/2006/main">
              <a:ext uri="{FF2B5EF4-FFF2-40B4-BE49-F238E27FC236}">
                <a16:creationId xmlns:a16="http://schemas.microsoft.com/office/drawing/2014/main" id="{4DE40B5D-EE70-4517-BAC7-ACCCA0F5EDC1}"/>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41C9554-A47E-4A8F-837C-3A685A8CEA13}"/>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37FED59-BFAD-49DE-9DD0-929C869F48E0}"/>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776D4AE8-98EE-4DEF-83B7-3DECF5E7DED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03</a:t>
            </a:r>
          </a:p>
        </p:txBody>
      </p:sp>
      <p:sp>
        <p:nvSpPr>
          <p:cNvPr id="9" name="">
            <a:extLst xmlns:a="http://schemas.openxmlformats.org/drawingml/2006/main">
              <a:ext uri="{FF2B5EF4-FFF2-40B4-BE49-F238E27FC236}">
                <a16:creationId xmlns:a16="http://schemas.microsoft.com/office/drawing/2014/main" id="{819CB212-7D09-4F1B-8888-E052DC666A7F}"/>
              </a:ext>
            </a:extLst>
          </p:cNvPr>
          <p:cNvSpPr>
            <a:spLocks xmlns:a="http://schemas.openxmlformats.org/drawingml/2006/main" noGrp="1"/>
          </p:cNvSpPr>
          <p:nvPr/>
        </p:nvSpPr>
        <p:spPr>
          <a:xfrm xmlns:a="http://schemas.openxmlformats.org/drawingml/2006/main">
            <a:off x="457200" y="16383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961D68A-E55C-42D0-A730-57E1B9BBFB77}"/>
              </a:ext>
            </a:extLst>
          </p:cNvPr>
          <p:cNvSpPr>
            <a:spLocks xmlns:a="http://schemas.openxmlformats.org/drawingml/2006/main" noGrp="1"/>
          </p:cNvSpPr>
          <p:nvPr/>
        </p:nvSpPr>
        <p:spPr>
          <a:xfrm xmlns:a="http://schemas.openxmlformats.org/drawingml/2006/main">
            <a:off x="457200" y="16383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A5806B8-7B84-4660-ABE1-674BBABFBDCF}"/>
              </a:ext>
            </a:extLst>
          </p:cNvPr>
          <p:cNvSpPr>
            <a:spLocks xmlns:a="http://schemas.openxmlformats.org/drawingml/2006/main" noGrp="1"/>
          </p:cNvSpPr>
          <p:nvPr/>
        </p:nvSpPr>
        <p:spPr>
          <a:xfrm xmlns:a="http://schemas.openxmlformats.org/drawingml/2006/main">
            <a:off x="685800" y="18288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Lockstep cores</a:t>
            </a:r>
          </a:p>
        </p:txBody>
      </p:sp>
      <p:sp>
        <p:nvSpPr>
          <p:cNvPr id="12" name="">
            <a:extLst xmlns:a="http://schemas.openxmlformats.org/drawingml/2006/main">
              <a:ext uri="{FF2B5EF4-FFF2-40B4-BE49-F238E27FC236}">
                <a16:creationId xmlns:a16="http://schemas.microsoft.com/office/drawing/2014/main" id="{C98523C0-498F-4D58-8C09-A8495BFB173A}"/>
              </a:ext>
            </a:extLst>
          </p:cNvPr>
          <p:cNvSpPr>
            <a:spLocks xmlns:a="http://schemas.openxmlformats.org/drawingml/2006/main" noGrp="1"/>
          </p:cNvSpPr>
          <p:nvPr/>
        </p:nvSpPr>
        <p:spPr>
          <a:xfrm xmlns:a="http://schemas.openxmlformats.org/drawingml/2006/main">
            <a:off x="685800" y="21907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RV32IM cores, a fault comparator and a sticky fault register</a:t>
            </a:r>
          </a:p>
        </p:txBody>
      </p:sp>
      <p:sp>
        <p:nvSpPr>
          <p:cNvPr id="13" name="">
            <a:extLst xmlns:a="http://schemas.openxmlformats.org/drawingml/2006/main">
              <a:ext uri="{FF2B5EF4-FFF2-40B4-BE49-F238E27FC236}">
                <a16:creationId xmlns:a16="http://schemas.microsoft.com/office/drawing/2014/main" id="{5353AF05-4389-4FA7-9579-F2CD870376B6}"/>
              </a:ext>
            </a:extLst>
          </p:cNvPr>
          <p:cNvSpPr>
            <a:spLocks xmlns:a="http://schemas.openxmlformats.org/drawingml/2006/main" noGrp="1"/>
          </p:cNvSpPr>
          <p:nvPr/>
        </p:nvSpPr>
        <p:spPr>
          <a:xfrm xmlns:a="http://schemas.openxmlformats.org/drawingml/2006/main">
            <a:off x="4305300" y="16383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692AAD96-FC38-4AAE-A1AD-7F03DCAEFB21}"/>
              </a:ext>
            </a:extLst>
          </p:cNvPr>
          <p:cNvSpPr>
            <a:spLocks xmlns:a="http://schemas.openxmlformats.org/drawingml/2006/main" noGrp="1"/>
          </p:cNvSpPr>
          <p:nvPr/>
        </p:nvSpPr>
        <p:spPr>
          <a:xfrm xmlns:a="http://schemas.openxmlformats.org/drawingml/2006/main">
            <a:off x="4305300" y="16383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93E8D0A-65D5-47B2-88FA-6B019611DD77}"/>
              </a:ext>
            </a:extLst>
          </p:cNvPr>
          <p:cNvSpPr>
            <a:spLocks xmlns:a="http://schemas.openxmlformats.org/drawingml/2006/main" noGrp="1"/>
          </p:cNvSpPr>
          <p:nvPr/>
        </p:nvSpPr>
        <p:spPr>
          <a:xfrm xmlns:a="http://schemas.openxmlformats.org/drawingml/2006/main">
            <a:off x="4533900" y="18288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Memory</a:t>
            </a:r>
          </a:p>
        </p:txBody>
      </p:sp>
      <p:sp>
        <p:nvSpPr>
          <p:cNvPr id="16" name="">
            <a:extLst xmlns:a="http://schemas.openxmlformats.org/drawingml/2006/main">
              <a:ext uri="{FF2B5EF4-FFF2-40B4-BE49-F238E27FC236}">
                <a16:creationId xmlns:a16="http://schemas.microsoft.com/office/drawing/2014/main" id="{A9A19AA0-2298-4585-8B85-225EF1F9C700}"/>
              </a:ext>
            </a:extLst>
          </p:cNvPr>
          <p:cNvSpPr>
            <a:spLocks xmlns:a="http://schemas.openxmlformats.org/drawingml/2006/main" noGrp="1"/>
          </p:cNvSpPr>
          <p:nvPr/>
        </p:nvSpPr>
        <p:spPr>
          <a:xfrm xmlns:a="http://schemas.openxmlformats.org/drawingml/2006/main">
            <a:off x="4533900" y="21907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32 KB SRAM, 64 KB boot ROM and a window onto external flash</a:t>
            </a:r>
          </a:p>
        </p:txBody>
      </p:sp>
      <p:sp>
        <p:nvSpPr>
          <p:cNvPr id="17" name="">
            <a:extLst xmlns:a="http://schemas.openxmlformats.org/drawingml/2006/main">
              <a:ext uri="{FF2B5EF4-FFF2-40B4-BE49-F238E27FC236}">
                <a16:creationId xmlns:a16="http://schemas.microsoft.com/office/drawing/2014/main" id="{C899A7B7-188D-4B6B-AA1B-FE3DCF766401}"/>
              </a:ext>
            </a:extLst>
          </p:cNvPr>
          <p:cNvSpPr>
            <a:spLocks xmlns:a="http://schemas.openxmlformats.org/drawingml/2006/main" noGrp="1"/>
          </p:cNvSpPr>
          <p:nvPr/>
        </p:nvSpPr>
        <p:spPr>
          <a:xfrm xmlns:a="http://schemas.openxmlformats.org/drawingml/2006/main">
            <a:off x="8153400" y="163830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A79B725D-3E8C-4386-BCFE-3A2E89744FE2}"/>
              </a:ext>
            </a:extLst>
          </p:cNvPr>
          <p:cNvSpPr>
            <a:spLocks xmlns:a="http://schemas.openxmlformats.org/drawingml/2006/main" noGrp="1"/>
          </p:cNvSpPr>
          <p:nvPr/>
        </p:nvSpPr>
        <p:spPr>
          <a:xfrm xmlns:a="http://schemas.openxmlformats.org/drawingml/2006/main">
            <a:off x="8153400" y="16383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92B30A0-0950-4F9B-9C11-87856E1158D1}"/>
              </a:ext>
            </a:extLst>
          </p:cNvPr>
          <p:cNvSpPr>
            <a:spLocks xmlns:a="http://schemas.openxmlformats.org/drawingml/2006/main" noGrp="1"/>
          </p:cNvSpPr>
          <p:nvPr/>
        </p:nvSpPr>
        <p:spPr>
          <a:xfrm xmlns:a="http://schemas.openxmlformats.org/drawingml/2006/main">
            <a:off x="8382000" y="182880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3-phase PWM</a:t>
            </a:r>
          </a:p>
        </p:txBody>
      </p:sp>
      <p:sp>
        <p:nvSpPr>
          <p:cNvPr id="20" name="">
            <a:extLst xmlns:a="http://schemas.openxmlformats.org/drawingml/2006/main">
              <a:ext uri="{FF2B5EF4-FFF2-40B4-BE49-F238E27FC236}">
                <a16:creationId xmlns:a16="http://schemas.microsoft.com/office/drawing/2014/main" id="{CFED6129-DC2E-42BB-B18A-7411DB9D537F}"/>
              </a:ext>
            </a:extLst>
          </p:cNvPr>
          <p:cNvSpPr>
            <a:spLocks xmlns:a="http://schemas.openxmlformats.org/drawingml/2006/main" noGrp="1"/>
          </p:cNvSpPr>
          <p:nvPr/>
        </p:nvSpPr>
        <p:spPr>
          <a:xfrm xmlns:a="http://schemas.openxmlformats.org/drawingml/2006/main">
            <a:off x="8382000" y="219075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Complementary, programmable dead-time, hardware brake</a:t>
            </a:r>
          </a:p>
        </p:txBody>
      </p:sp>
      <p:sp>
        <p:nvSpPr>
          <p:cNvPr id="21" name="">
            <a:extLst xmlns:a="http://schemas.openxmlformats.org/drawingml/2006/main">
              <a:ext uri="{FF2B5EF4-FFF2-40B4-BE49-F238E27FC236}">
                <a16:creationId xmlns:a16="http://schemas.microsoft.com/office/drawing/2014/main" id="{988C1C9A-0D39-45BC-A2ED-9C41B2D97D71}"/>
              </a:ext>
            </a:extLst>
          </p:cNvPr>
          <p:cNvSpPr>
            <a:spLocks xmlns:a="http://schemas.openxmlformats.org/drawingml/2006/main" noGrp="1"/>
          </p:cNvSpPr>
          <p:nvPr/>
        </p:nvSpPr>
        <p:spPr>
          <a:xfrm xmlns:a="http://schemas.openxmlformats.org/drawingml/2006/main">
            <a:off x="457200" y="3019425"/>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7FB8BFD8-E57C-4445-B276-BA56844AF171}"/>
              </a:ext>
            </a:extLst>
          </p:cNvPr>
          <p:cNvSpPr>
            <a:spLocks xmlns:a="http://schemas.openxmlformats.org/drawingml/2006/main" noGrp="1"/>
          </p:cNvSpPr>
          <p:nvPr/>
        </p:nvSpPr>
        <p:spPr>
          <a:xfrm xmlns:a="http://schemas.openxmlformats.org/drawingml/2006/main">
            <a:off x="457200" y="301942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8982A26-34F1-4492-924D-E6A599D817E6}"/>
              </a:ext>
            </a:extLst>
          </p:cNvPr>
          <p:cNvSpPr>
            <a:spLocks xmlns:a="http://schemas.openxmlformats.org/drawingml/2006/main" noGrp="1"/>
          </p:cNvSpPr>
          <p:nvPr/>
        </p:nvSpPr>
        <p:spPr>
          <a:xfrm xmlns:a="http://schemas.openxmlformats.org/drawingml/2006/main">
            <a:off x="685800" y="3209925"/>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DShot × 4</a:t>
            </a:r>
          </a:p>
        </p:txBody>
      </p:sp>
      <p:sp>
        <p:nvSpPr>
          <p:cNvPr id="24" name="">
            <a:extLst xmlns:a="http://schemas.openxmlformats.org/drawingml/2006/main">
              <a:ext uri="{FF2B5EF4-FFF2-40B4-BE49-F238E27FC236}">
                <a16:creationId xmlns:a16="http://schemas.microsoft.com/office/drawing/2014/main" id="{8936FAAB-E36C-4123-8E95-C197F3D3EB3B}"/>
              </a:ext>
            </a:extLst>
          </p:cNvPr>
          <p:cNvSpPr>
            <a:spLocks xmlns:a="http://schemas.openxmlformats.org/drawingml/2006/main" noGrp="1"/>
          </p:cNvSpPr>
          <p:nvPr/>
        </p:nvSpPr>
        <p:spPr>
          <a:xfrm xmlns:a="http://schemas.openxmlformats.org/drawingml/2006/main">
            <a:off x="685800" y="3571875"/>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Four ESC channels, pin-muxed onto the PWM pads</a:t>
            </a:r>
          </a:p>
        </p:txBody>
      </p:sp>
      <p:sp>
        <p:nvSpPr>
          <p:cNvPr id="25" name="">
            <a:extLst xmlns:a="http://schemas.openxmlformats.org/drawingml/2006/main">
              <a:ext uri="{FF2B5EF4-FFF2-40B4-BE49-F238E27FC236}">
                <a16:creationId xmlns:a16="http://schemas.microsoft.com/office/drawing/2014/main" id="{7C150BC4-0E04-4054-AEFC-25D120608506}"/>
              </a:ext>
            </a:extLst>
          </p:cNvPr>
          <p:cNvSpPr>
            <a:spLocks xmlns:a="http://schemas.openxmlformats.org/drawingml/2006/main" noGrp="1"/>
          </p:cNvSpPr>
          <p:nvPr/>
        </p:nvSpPr>
        <p:spPr>
          <a:xfrm xmlns:a="http://schemas.openxmlformats.org/drawingml/2006/main">
            <a:off x="4305300" y="3019425"/>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0FBB3837-96B1-4863-9E84-9C3481537C69}"/>
              </a:ext>
            </a:extLst>
          </p:cNvPr>
          <p:cNvSpPr>
            <a:spLocks xmlns:a="http://schemas.openxmlformats.org/drawingml/2006/main" noGrp="1"/>
          </p:cNvSpPr>
          <p:nvPr/>
        </p:nvSpPr>
        <p:spPr>
          <a:xfrm xmlns:a="http://schemas.openxmlformats.org/drawingml/2006/main">
            <a:off x="4305300" y="301942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C16BE44-8A64-45E4-AA9E-01D6BA75D25F}"/>
              </a:ext>
            </a:extLst>
          </p:cNvPr>
          <p:cNvSpPr>
            <a:spLocks xmlns:a="http://schemas.openxmlformats.org/drawingml/2006/main" noGrp="1"/>
          </p:cNvSpPr>
          <p:nvPr/>
        </p:nvSpPr>
        <p:spPr>
          <a:xfrm xmlns:a="http://schemas.openxmlformats.org/drawingml/2006/main">
            <a:off x="4533900" y="3209925"/>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Position and math</a:t>
            </a:r>
          </a:p>
        </p:txBody>
      </p:sp>
      <p:sp>
        <p:nvSpPr>
          <p:cNvPr id="28" name="">
            <a:extLst xmlns:a="http://schemas.openxmlformats.org/drawingml/2006/main">
              <a:ext uri="{FF2B5EF4-FFF2-40B4-BE49-F238E27FC236}">
                <a16:creationId xmlns:a16="http://schemas.microsoft.com/office/drawing/2014/main" id="{FC31F47F-3A61-4793-8B78-EC381B551A98}"/>
              </a:ext>
            </a:extLst>
          </p:cNvPr>
          <p:cNvSpPr>
            <a:spLocks xmlns:a="http://schemas.openxmlformats.org/drawingml/2006/main" noGrp="1"/>
          </p:cNvSpPr>
          <p:nvPr/>
        </p:nvSpPr>
        <p:spPr>
          <a:xfrm xmlns:a="http://schemas.openxmlformats.org/drawingml/2006/main">
            <a:off x="4533900" y="3571875"/>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Quadrature and Hall with timestamps; CORDIC for FOC</a:t>
            </a:r>
          </a:p>
        </p:txBody>
      </p:sp>
      <p:sp>
        <p:nvSpPr>
          <p:cNvPr id="29" name="">
            <a:extLst xmlns:a="http://schemas.openxmlformats.org/drawingml/2006/main">
              <a:ext uri="{FF2B5EF4-FFF2-40B4-BE49-F238E27FC236}">
                <a16:creationId xmlns:a16="http://schemas.microsoft.com/office/drawing/2014/main" id="{CBA58046-73BC-4C5E-BD91-0FC09CDE36FE}"/>
              </a:ext>
            </a:extLst>
          </p:cNvPr>
          <p:cNvSpPr>
            <a:spLocks xmlns:a="http://schemas.openxmlformats.org/drawingml/2006/main" noGrp="1"/>
          </p:cNvSpPr>
          <p:nvPr/>
        </p:nvSpPr>
        <p:spPr>
          <a:xfrm xmlns:a="http://schemas.openxmlformats.org/drawingml/2006/main">
            <a:off x="8153400" y="3019425"/>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B8AFFD65-794D-4E85-AF12-620CD5DECAA3}"/>
              </a:ext>
            </a:extLst>
          </p:cNvPr>
          <p:cNvSpPr>
            <a:spLocks xmlns:a="http://schemas.openxmlformats.org/drawingml/2006/main" noGrp="1"/>
          </p:cNvSpPr>
          <p:nvPr/>
        </p:nvSpPr>
        <p:spPr>
          <a:xfrm xmlns:a="http://schemas.openxmlformats.org/drawingml/2006/main">
            <a:off x="8153400" y="301942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7B6094F-3EC7-4744-B6D5-C1DC37BC8B3D}"/>
              </a:ext>
            </a:extLst>
          </p:cNvPr>
          <p:cNvSpPr>
            <a:spLocks xmlns:a="http://schemas.openxmlformats.org/drawingml/2006/main" noGrp="1"/>
          </p:cNvSpPr>
          <p:nvPr/>
        </p:nvSpPr>
        <p:spPr>
          <a:xfrm xmlns:a="http://schemas.openxmlformats.org/drawingml/2006/main">
            <a:off x="8382000" y="3209925"/>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On-die ADC</a:t>
            </a:r>
          </a:p>
        </p:txBody>
      </p:sp>
      <p:sp>
        <p:nvSpPr>
          <p:cNvPr id="32" name="">
            <a:extLst xmlns:a="http://schemas.openxmlformats.org/drawingml/2006/main">
              <a:ext uri="{FF2B5EF4-FFF2-40B4-BE49-F238E27FC236}">
                <a16:creationId xmlns:a16="http://schemas.microsoft.com/office/drawing/2014/main" id="{6533A4DF-962D-49CE-A6DD-323505F82EB7}"/>
              </a:ext>
            </a:extLst>
          </p:cNvPr>
          <p:cNvSpPr>
            <a:spLocks xmlns:a="http://schemas.openxmlformats.org/drawingml/2006/main" noGrp="1"/>
          </p:cNvSpPr>
          <p:nvPr/>
        </p:nvSpPr>
        <p:spPr>
          <a:xfrm xmlns:a="http://schemas.openxmlformats.org/drawingml/2006/main">
            <a:off x="8382000" y="3571875"/>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8-bit differential SAR, triggered by the PWM</a:t>
            </a:r>
          </a:p>
        </p:txBody>
      </p:sp>
      <p:sp>
        <p:nvSpPr>
          <p:cNvPr id="33" name="">
            <a:extLst xmlns:a="http://schemas.openxmlformats.org/drawingml/2006/main">
              <a:ext uri="{FF2B5EF4-FFF2-40B4-BE49-F238E27FC236}">
                <a16:creationId xmlns:a16="http://schemas.microsoft.com/office/drawing/2014/main" id="{FF046DE0-16BA-427A-AF97-DF81E8009D98}"/>
              </a:ext>
            </a:extLst>
          </p:cNvPr>
          <p:cNvSpPr>
            <a:spLocks xmlns:a="http://schemas.openxmlformats.org/drawingml/2006/main" noGrp="1"/>
          </p:cNvSpPr>
          <p:nvPr/>
        </p:nvSpPr>
        <p:spPr>
          <a:xfrm xmlns:a="http://schemas.openxmlformats.org/drawingml/2006/main">
            <a:off x="457200" y="4400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087E848F-FD89-45D8-A116-3E4C4E5FCDAE}"/>
              </a:ext>
            </a:extLst>
          </p:cNvPr>
          <p:cNvSpPr>
            <a:spLocks xmlns:a="http://schemas.openxmlformats.org/drawingml/2006/main" noGrp="1"/>
          </p:cNvSpPr>
          <p:nvPr/>
        </p:nvSpPr>
        <p:spPr>
          <a:xfrm xmlns:a="http://schemas.openxmlformats.org/drawingml/2006/main">
            <a:off x="457200" y="4400550"/>
            <a:ext cx="57150" cy="124777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B752471-6D01-4274-94E2-1054CA2A7CC2}"/>
              </a:ext>
            </a:extLst>
          </p:cNvPr>
          <p:cNvSpPr>
            <a:spLocks xmlns:a="http://schemas.openxmlformats.org/drawingml/2006/main" noGrp="1"/>
          </p:cNvSpPr>
          <p:nvPr/>
        </p:nvSpPr>
        <p:spPr>
          <a:xfrm xmlns:a="http://schemas.openxmlformats.org/drawingml/2006/main">
            <a:off x="685800" y="4591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Connectivity</a:t>
            </a:r>
          </a:p>
        </p:txBody>
      </p:sp>
      <p:sp>
        <p:nvSpPr>
          <p:cNvPr id="36" name="">
            <a:extLst xmlns:a="http://schemas.openxmlformats.org/drawingml/2006/main">
              <a:ext uri="{FF2B5EF4-FFF2-40B4-BE49-F238E27FC236}">
                <a16:creationId xmlns:a16="http://schemas.microsoft.com/office/drawing/2014/main" id="{B85EF3A4-B0E2-4E22-8495-DC136D1F7547}"/>
              </a:ext>
            </a:extLst>
          </p:cNvPr>
          <p:cNvSpPr>
            <a:spLocks xmlns:a="http://schemas.openxmlformats.org/drawingml/2006/main" noGrp="1"/>
          </p:cNvSpPr>
          <p:nvPr/>
        </p:nvSpPr>
        <p:spPr>
          <a:xfrm xmlns:a="http://schemas.openxmlformats.org/drawingml/2006/main">
            <a:off x="685800" y="4953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UARTs, an SPI master, an I²C master and GPIO</a:t>
            </a:r>
          </a:p>
        </p:txBody>
      </p:sp>
      <p:sp>
        <p:nvSpPr>
          <p:cNvPr id="37" name="">
            <a:extLst xmlns:a="http://schemas.openxmlformats.org/drawingml/2006/main">
              <a:ext uri="{FF2B5EF4-FFF2-40B4-BE49-F238E27FC236}">
                <a16:creationId xmlns:a16="http://schemas.microsoft.com/office/drawing/2014/main" id="{0BA1EB67-6EC5-4104-AB0A-12D860F6428D}"/>
              </a:ext>
            </a:extLst>
          </p:cNvPr>
          <p:cNvSpPr>
            <a:spLocks xmlns:a="http://schemas.openxmlformats.org/drawingml/2006/main" noGrp="1"/>
          </p:cNvSpPr>
          <p:nvPr/>
        </p:nvSpPr>
        <p:spPr>
          <a:xfrm xmlns:a="http://schemas.openxmlformats.org/drawingml/2006/main">
            <a:off x="4305300" y="4400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84A8FA81-9E24-410F-9944-9F27E2C7A3CF}"/>
              </a:ext>
            </a:extLst>
          </p:cNvPr>
          <p:cNvSpPr>
            <a:spLocks xmlns:a="http://schemas.openxmlformats.org/drawingml/2006/main" noGrp="1"/>
          </p:cNvSpPr>
          <p:nvPr/>
        </p:nvSpPr>
        <p:spPr>
          <a:xfrm xmlns:a="http://schemas.openxmlformats.org/drawingml/2006/main">
            <a:off x="4305300" y="4400550"/>
            <a:ext cx="57150" cy="124777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1F1EB69-9A84-4B7A-BD14-F464F5452B14}"/>
              </a:ext>
            </a:extLst>
          </p:cNvPr>
          <p:cNvSpPr>
            <a:spLocks xmlns:a="http://schemas.openxmlformats.org/drawingml/2006/main" noGrp="1"/>
          </p:cNvSpPr>
          <p:nvPr/>
        </p:nvSpPr>
        <p:spPr>
          <a:xfrm xmlns:a="http://schemas.openxmlformats.org/drawingml/2006/main">
            <a:off x="4533900" y="4591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Supervision</a:t>
            </a:r>
          </a:p>
        </p:txBody>
      </p:sp>
      <p:sp>
        <p:nvSpPr>
          <p:cNvPr id="40" name="">
            <a:extLst xmlns:a="http://schemas.openxmlformats.org/drawingml/2006/main">
              <a:ext uri="{FF2B5EF4-FFF2-40B4-BE49-F238E27FC236}">
                <a16:creationId xmlns:a16="http://schemas.microsoft.com/office/drawing/2014/main" id="{41EBBD1E-20B3-4458-931E-514A6BAEEB47}"/>
              </a:ext>
            </a:extLst>
          </p:cNvPr>
          <p:cNvSpPr>
            <a:spLocks xmlns:a="http://schemas.openxmlformats.org/drawingml/2006/main" noGrp="1"/>
          </p:cNvSpPr>
          <p:nvPr/>
        </p:nvSpPr>
        <p:spPr>
          <a:xfrm xmlns:a="http://schemas.openxmlformats.org/drawingml/2006/main">
            <a:off x="4533900" y="4953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timers, a windowed watchdog and a supply supervisor</a:t>
            </a:r>
          </a:p>
        </p:txBody>
      </p:sp>
      <p:sp>
        <p:nvSpPr>
          <p:cNvPr id="41" name="">
            <a:extLst xmlns:a="http://schemas.openxmlformats.org/drawingml/2006/main">
              <a:ext uri="{FF2B5EF4-FFF2-40B4-BE49-F238E27FC236}">
                <a16:creationId xmlns:a16="http://schemas.microsoft.com/office/drawing/2014/main" id="{E645AE03-DC13-4FB8-A660-F77480B23299}"/>
              </a:ext>
            </a:extLst>
          </p:cNvPr>
          <p:cNvSpPr>
            <a:spLocks xmlns:a="http://schemas.openxmlformats.org/drawingml/2006/main" noGrp="1"/>
          </p:cNvSpPr>
          <p:nvPr/>
        </p:nvSpPr>
        <p:spPr>
          <a:xfrm xmlns:a="http://schemas.openxmlformats.org/drawingml/2006/main">
            <a:off x="8153400" y="4400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A781D57F-C5C3-429F-BBFF-8A5FAF13EB50}"/>
              </a:ext>
            </a:extLst>
          </p:cNvPr>
          <p:cNvSpPr>
            <a:spLocks xmlns:a="http://schemas.openxmlformats.org/drawingml/2006/main" noGrp="1"/>
          </p:cNvSpPr>
          <p:nvPr/>
        </p:nvSpPr>
        <p:spPr>
          <a:xfrm xmlns:a="http://schemas.openxmlformats.org/drawingml/2006/main">
            <a:off x="8153400" y="44005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5C645A7-4DE9-44CD-944C-4CCE9B1ED39B}"/>
              </a:ext>
            </a:extLst>
          </p:cNvPr>
          <p:cNvSpPr>
            <a:spLocks xmlns:a="http://schemas.openxmlformats.org/drawingml/2006/main" noGrp="1"/>
          </p:cNvSpPr>
          <p:nvPr/>
        </p:nvSpPr>
        <p:spPr>
          <a:xfrm xmlns:a="http://schemas.openxmlformats.org/drawingml/2006/main">
            <a:off x="8382000" y="4591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Self-boot</a:t>
            </a:r>
          </a:p>
        </p:txBody>
      </p:sp>
      <p:sp>
        <p:nvSpPr>
          <p:cNvPr id="44" name="">
            <a:extLst xmlns:a="http://schemas.openxmlformats.org/drawingml/2006/main">
              <a:ext uri="{FF2B5EF4-FFF2-40B4-BE49-F238E27FC236}">
                <a16:creationId xmlns:a16="http://schemas.microsoft.com/office/drawing/2014/main" id="{BC64E9F2-885A-44C5-9B2C-C9EDC012A5D5}"/>
              </a:ext>
            </a:extLst>
          </p:cNvPr>
          <p:cNvSpPr>
            <a:spLocks xmlns:a="http://schemas.openxmlformats.org/drawingml/2006/main" noGrp="1"/>
          </p:cNvSpPr>
          <p:nvPr/>
        </p:nvSpPr>
        <p:spPr>
          <a:xfrm xmlns:a="http://schemas.openxmlformats.org/drawingml/2006/main">
            <a:off x="8382000" y="4953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No management core; an unmapped access returns an error</a:t>
            </a:r>
          </a:p>
        </p:txBody>
      </p:sp>
      <p:sp>
        <p:nvSpPr>
          <p:cNvPr id="45" name="">
            <a:extLst xmlns:a="http://schemas.openxmlformats.org/drawingml/2006/main">
              <a:ext uri="{FF2B5EF4-FFF2-40B4-BE49-F238E27FC236}">
                <a16:creationId xmlns:a16="http://schemas.microsoft.com/office/drawing/2014/main" id="{CAA7DBD2-7E2B-401B-BAEE-76E95E553772}"/>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§1, features.</a:t>
            </a:r>
          </a:p>
        </p:txBody>
      </p:sp>
    </p:spTree>
    <p:extLst>
      <p:ext uri="{BB962C8B-B14F-4D97-AF65-F5344CB8AC3E}">
        <p14:creationId xmlns:p14="http://schemas.microsoft.com/office/powerpoint/2010/main" val="21057482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4" name="">
            <a:extLst xmlns:a="http://schemas.openxmlformats.org/drawingml/2006/main">
              <a:ext uri="{FF2B5EF4-FFF2-40B4-BE49-F238E27FC236}">
                <a16:creationId xmlns:a16="http://schemas.microsoft.com/office/drawing/2014/main" id="{C4F3F52C-AF45-48A5-9C17-5B10727DF6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C1AE88-4F20-4695-A46B-9FFE89B6C91A}"/>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04 · PIN GROUPS</a:t>
            </a:r>
          </a:p>
        </p:txBody>
      </p:sp>
      <p:sp>
        <p:nvSpPr>
          <p:cNvPr id="3" name="">
            <a:extLst xmlns:a="http://schemas.openxmlformats.org/drawingml/2006/main">
              <a:ext uri="{FF2B5EF4-FFF2-40B4-BE49-F238E27FC236}">
                <a16:creationId xmlns:a16="http://schemas.microsoft.com/office/drawing/2014/main" id="{4B372AD4-D3DF-493A-9712-C5910B1A9B5C}"/>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44 signal pins in eleven functional groups</a:t>
            </a:r>
          </a:p>
        </p:txBody>
      </p:sp>
      <p:sp>
        <p:nvSpPr>
          <p:cNvPr id="4" name="">
            <a:extLst xmlns:a="http://schemas.openxmlformats.org/drawingml/2006/main">
              <a:ext uri="{FF2B5EF4-FFF2-40B4-BE49-F238E27FC236}">
                <a16:creationId xmlns:a16="http://schemas.microsoft.com/office/drawing/2014/main" id="{BA603124-4069-4612-8985-BC70BCEFB977}"/>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signal pin by function; the remaining 20 pins are supplies and grounds</a:t>
            </a:r>
          </a:p>
        </p:txBody>
      </p:sp>
      <p:sp>
        <p:nvSpPr>
          <p:cNvPr id="5" name="">
            <a:extLst xmlns:a="http://schemas.openxmlformats.org/drawingml/2006/main">
              <a:ext uri="{FF2B5EF4-FFF2-40B4-BE49-F238E27FC236}">
                <a16:creationId xmlns:a16="http://schemas.microsoft.com/office/drawing/2014/main" id="{00B0EFBD-610D-413E-9ACC-33EF1778FD6F}"/>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50640DC-41CD-4D43-B99E-8BEBA5B8E0A9}"/>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57DD786-5542-4EBB-B84D-BDDDCC03BC4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96C11DCC-CF15-4C6F-BC07-2A1C9E09A92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04</a:t>
            </a:r>
          </a:p>
        </p:txBody>
      </p:sp>
      <p:sp>
        <p:nvSpPr>
          <p:cNvPr id="9" name="">
            <a:extLst xmlns:a="http://schemas.openxmlformats.org/drawingml/2006/main">
              <a:ext uri="{FF2B5EF4-FFF2-40B4-BE49-F238E27FC236}">
                <a16:creationId xmlns:a16="http://schemas.microsoft.com/office/drawing/2014/main" id="{F245FB21-47B3-4ED8-B7D9-75BC020E8CFC}"/>
              </a:ext>
            </a:extLst>
          </p:cNvPr>
          <p:cNvSpPr>
            <a:spLocks xmlns:a="http://schemas.openxmlformats.org/drawingml/2006/main" noGrp="1"/>
          </p:cNvSpPr>
          <p:nvPr/>
        </p:nvSpPr>
        <p:spPr>
          <a:xfrm xmlns:a="http://schemas.openxmlformats.org/drawingml/2006/main">
            <a:off x="457200" y="1619250"/>
            <a:ext cx="6858000" cy="3619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FAC8F0C-E5D5-4FAE-87EE-626E0B27A102}"/>
              </a:ext>
            </a:extLst>
          </p:cNvPr>
          <p:cNvSpPr>
            <a:spLocks xmlns:a="http://schemas.openxmlformats.org/drawingml/2006/main" noGrp="1"/>
          </p:cNvSpPr>
          <p:nvPr/>
        </p:nvSpPr>
        <p:spPr>
          <a:xfrm xmlns:a="http://schemas.openxmlformats.org/drawingml/2006/main">
            <a:off x="590550" y="1733550"/>
            <a:ext cx="1714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GROUP</a:t>
            </a:r>
          </a:p>
        </p:txBody>
      </p:sp>
      <p:sp>
        <p:nvSpPr>
          <p:cNvPr id="11" name="">
            <a:extLst xmlns:a="http://schemas.openxmlformats.org/drawingml/2006/main">
              <a:ext uri="{FF2B5EF4-FFF2-40B4-BE49-F238E27FC236}">
                <a16:creationId xmlns:a16="http://schemas.microsoft.com/office/drawing/2014/main" id="{A2CCC1F2-372E-4381-B1CA-7F68762BC10A}"/>
              </a:ext>
            </a:extLst>
          </p:cNvPr>
          <p:cNvSpPr>
            <a:spLocks xmlns:a="http://schemas.openxmlformats.org/drawingml/2006/main" noGrp="1"/>
          </p:cNvSpPr>
          <p:nvPr/>
        </p:nvSpPr>
        <p:spPr>
          <a:xfrm xmlns:a="http://schemas.openxmlformats.org/drawingml/2006/main">
            <a:off x="2495550" y="173355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SIGNALS</a:t>
            </a:r>
          </a:p>
        </p:txBody>
      </p:sp>
      <p:sp>
        <p:nvSpPr>
          <p:cNvPr id="12" name="">
            <a:extLst xmlns:a="http://schemas.openxmlformats.org/drawingml/2006/main">
              <a:ext uri="{FF2B5EF4-FFF2-40B4-BE49-F238E27FC236}">
                <a16:creationId xmlns:a16="http://schemas.microsoft.com/office/drawing/2014/main" id="{604EA348-F8E5-4AB4-A88F-CACCA04E21E7}"/>
              </a:ext>
            </a:extLst>
          </p:cNvPr>
          <p:cNvSpPr>
            <a:spLocks xmlns:a="http://schemas.openxmlformats.org/drawingml/2006/main" noGrp="1"/>
          </p:cNvSpPr>
          <p:nvPr/>
        </p:nvSpPr>
        <p:spPr>
          <a:xfrm xmlns:a="http://schemas.openxmlformats.org/drawingml/2006/main">
            <a:off x="6496050" y="1733550"/>
            <a:ext cx="762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PINS</a:t>
            </a:r>
          </a:p>
        </p:txBody>
      </p:sp>
      <p:sp>
        <p:nvSpPr>
          <p:cNvPr id="13" name="">
            <a:extLst xmlns:a="http://schemas.openxmlformats.org/drawingml/2006/main">
              <a:ext uri="{FF2B5EF4-FFF2-40B4-BE49-F238E27FC236}">
                <a16:creationId xmlns:a16="http://schemas.microsoft.com/office/drawing/2014/main" id="{A08DC2CB-A823-4FBB-9AAD-C3052CCC7023}"/>
              </a:ext>
            </a:extLst>
          </p:cNvPr>
          <p:cNvSpPr>
            <a:spLocks xmlns:a="http://schemas.openxmlformats.org/drawingml/2006/main" noGrp="1"/>
          </p:cNvSpPr>
          <p:nvPr/>
        </p:nvSpPr>
        <p:spPr>
          <a:xfrm xmlns:a="http://schemas.openxmlformats.org/drawingml/2006/main">
            <a:off x="457200" y="19812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8FF33D99-B72A-40AA-9306-73C541B7DBAB}"/>
              </a:ext>
            </a:extLst>
          </p:cNvPr>
          <p:cNvSpPr>
            <a:spLocks xmlns:a="http://schemas.openxmlformats.org/drawingml/2006/main" noGrp="1"/>
          </p:cNvSpPr>
          <p:nvPr/>
        </p:nvSpPr>
        <p:spPr>
          <a:xfrm xmlns:a="http://schemas.openxmlformats.org/drawingml/2006/main">
            <a:off x="590550" y="20859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Motor PWM</a:t>
            </a:r>
          </a:p>
        </p:txBody>
      </p:sp>
      <p:sp>
        <p:nvSpPr>
          <p:cNvPr id="15" name="">
            <a:extLst xmlns:a="http://schemas.openxmlformats.org/drawingml/2006/main">
              <a:ext uri="{FF2B5EF4-FFF2-40B4-BE49-F238E27FC236}">
                <a16:creationId xmlns:a16="http://schemas.microsoft.com/office/drawing/2014/main" id="{3E7465D8-83FF-41CD-B2E2-51967909B159}"/>
              </a:ext>
            </a:extLst>
          </p:cNvPr>
          <p:cNvSpPr>
            <a:spLocks xmlns:a="http://schemas.openxmlformats.org/drawingml/2006/main" noGrp="1"/>
          </p:cNvSpPr>
          <p:nvPr/>
        </p:nvSpPr>
        <p:spPr>
          <a:xfrm xmlns:a="http://schemas.openxmlformats.org/drawingml/2006/main">
            <a:off x="2495550" y="20859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AH, AL, BH, BL, CH, CL + ADC trigger</a:t>
            </a:r>
          </a:p>
        </p:txBody>
      </p:sp>
      <p:sp>
        <p:nvSpPr>
          <p:cNvPr id="16" name="">
            <a:extLst xmlns:a="http://schemas.openxmlformats.org/drawingml/2006/main">
              <a:ext uri="{FF2B5EF4-FFF2-40B4-BE49-F238E27FC236}">
                <a16:creationId xmlns:a16="http://schemas.microsoft.com/office/drawing/2014/main" id="{6D1DB19A-D344-4E22-80C6-35A88B609B2D}"/>
              </a:ext>
            </a:extLst>
          </p:cNvPr>
          <p:cNvSpPr>
            <a:spLocks xmlns:a="http://schemas.openxmlformats.org/drawingml/2006/main" noGrp="1"/>
          </p:cNvSpPr>
          <p:nvPr/>
        </p:nvSpPr>
        <p:spPr>
          <a:xfrm xmlns:a="http://schemas.openxmlformats.org/drawingml/2006/main">
            <a:off x="6496050" y="20859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17" name="">
            <a:extLst xmlns:a="http://schemas.openxmlformats.org/drawingml/2006/main">
              <a:ext uri="{FF2B5EF4-FFF2-40B4-BE49-F238E27FC236}">
                <a16:creationId xmlns:a16="http://schemas.microsoft.com/office/drawing/2014/main" id="{F7C74D7E-C360-4641-8DF1-C0D6D429744E}"/>
              </a:ext>
            </a:extLst>
          </p:cNvPr>
          <p:cNvSpPr>
            <a:spLocks xmlns:a="http://schemas.openxmlformats.org/drawingml/2006/main" noGrp="1"/>
          </p:cNvSpPr>
          <p:nvPr/>
        </p:nvSpPr>
        <p:spPr>
          <a:xfrm xmlns:a="http://schemas.openxmlformats.org/drawingml/2006/main">
            <a:off x="457200" y="2324100"/>
            <a:ext cx="68580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5E806B55-C41B-4E69-B6CC-D74A2BA1FDA6}"/>
              </a:ext>
            </a:extLst>
          </p:cNvPr>
          <p:cNvSpPr>
            <a:spLocks xmlns:a="http://schemas.openxmlformats.org/drawingml/2006/main" noGrp="1"/>
          </p:cNvSpPr>
          <p:nvPr/>
        </p:nvSpPr>
        <p:spPr>
          <a:xfrm xmlns:a="http://schemas.openxmlformats.org/drawingml/2006/main">
            <a:off x="590550" y="24288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QSPI flash</a:t>
            </a:r>
          </a:p>
        </p:txBody>
      </p:sp>
      <p:sp>
        <p:nvSpPr>
          <p:cNvPr id="19" name="">
            <a:extLst xmlns:a="http://schemas.openxmlformats.org/drawingml/2006/main">
              <a:ext uri="{FF2B5EF4-FFF2-40B4-BE49-F238E27FC236}">
                <a16:creationId xmlns:a16="http://schemas.microsoft.com/office/drawing/2014/main" id="{D9913DA5-3D0E-4E52-89C0-6253A48D8C16}"/>
              </a:ext>
            </a:extLst>
          </p:cNvPr>
          <p:cNvSpPr>
            <a:spLocks xmlns:a="http://schemas.openxmlformats.org/drawingml/2006/main" noGrp="1"/>
          </p:cNvSpPr>
          <p:nvPr/>
        </p:nvSpPr>
        <p:spPr>
          <a:xfrm xmlns:a="http://schemas.openxmlformats.org/drawingml/2006/main">
            <a:off x="2495550" y="24288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Clock, 4 data, 2 chip selects</a:t>
            </a:r>
          </a:p>
        </p:txBody>
      </p:sp>
      <p:sp>
        <p:nvSpPr>
          <p:cNvPr id="20" name="">
            <a:extLst xmlns:a="http://schemas.openxmlformats.org/drawingml/2006/main">
              <a:ext uri="{FF2B5EF4-FFF2-40B4-BE49-F238E27FC236}">
                <a16:creationId xmlns:a16="http://schemas.microsoft.com/office/drawing/2014/main" id="{0365B044-A7AC-44EB-B6AB-01ED7B6AAFE7}"/>
              </a:ext>
            </a:extLst>
          </p:cNvPr>
          <p:cNvSpPr>
            <a:spLocks xmlns:a="http://schemas.openxmlformats.org/drawingml/2006/main" noGrp="1"/>
          </p:cNvSpPr>
          <p:nvPr/>
        </p:nvSpPr>
        <p:spPr>
          <a:xfrm xmlns:a="http://schemas.openxmlformats.org/drawingml/2006/main">
            <a:off x="6496050" y="24288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21" name="">
            <a:extLst xmlns:a="http://schemas.openxmlformats.org/drawingml/2006/main">
              <a:ext uri="{FF2B5EF4-FFF2-40B4-BE49-F238E27FC236}">
                <a16:creationId xmlns:a16="http://schemas.microsoft.com/office/drawing/2014/main" id="{600DBAF0-B2E2-4AD8-B0B8-C831A90DF935}"/>
              </a:ext>
            </a:extLst>
          </p:cNvPr>
          <p:cNvSpPr>
            <a:spLocks xmlns:a="http://schemas.openxmlformats.org/drawingml/2006/main" noGrp="1"/>
          </p:cNvSpPr>
          <p:nvPr/>
        </p:nvSpPr>
        <p:spPr>
          <a:xfrm xmlns:a="http://schemas.openxmlformats.org/drawingml/2006/main">
            <a:off x="457200" y="26670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1A6A955B-7724-4B7E-8BE2-9614CC4C26CE}"/>
              </a:ext>
            </a:extLst>
          </p:cNvPr>
          <p:cNvSpPr>
            <a:spLocks xmlns:a="http://schemas.openxmlformats.org/drawingml/2006/main" noGrp="1"/>
          </p:cNvSpPr>
          <p:nvPr/>
        </p:nvSpPr>
        <p:spPr>
          <a:xfrm xmlns:a="http://schemas.openxmlformats.org/drawingml/2006/main">
            <a:off x="590550" y="27717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Position</a:t>
            </a:r>
          </a:p>
        </p:txBody>
      </p:sp>
      <p:sp>
        <p:nvSpPr>
          <p:cNvPr id="23" name="">
            <a:extLst xmlns:a="http://schemas.openxmlformats.org/drawingml/2006/main">
              <a:ext uri="{FF2B5EF4-FFF2-40B4-BE49-F238E27FC236}">
                <a16:creationId xmlns:a16="http://schemas.microsoft.com/office/drawing/2014/main" id="{14B5841A-9010-4401-96B4-7A6EAE6BCC08}"/>
              </a:ext>
            </a:extLst>
          </p:cNvPr>
          <p:cNvSpPr>
            <a:spLocks xmlns:a="http://schemas.openxmlformats.org/drawingml/2006/main" noGrp="1"/>
          </p:cNvSpPr>
          <p:nvPr/>
        </p:nvSpPr>
        <p:spPr>
          <a:xfrm xmlns:a="http://schemas.openxmlformats.org/drawingml/2006/main">
            <a:off x="2495550" y="27717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Encoder A, B, Z · Hall A, B, C</a:t>
            </a:r>
          </a:p>
        </p:txBody>
      </p:sp>
      <p:sp>
        <p:nvSpPr>
          <p:cNvPr id="24" name="">
            <a:extLst xmlns:a="http://schemas.openxmlformats.org/drawingml/2006/main">
              <a:ext uri="{FF2B5EF4-FFF2-40B4-BE49-F238E27FC236}">
                <a16:creationId xmlns:a16="http://schemas.microsoft.com/office/drawing/2014/main" id="{F9FD0AD1-4C06-4EBA-A432-18EDF9C2A682}"/>
              </a:ext>
            </a:extLst>
          </p:cNvPr>
          <p:cNvSpPr>
            <a:spLocks xmlns:a="http://schemas.openxmlformats.org/drawingml/2006/main" noGrp="1"/>
          </p:cNvSpPr>
          <p:nvPr/>
        </p:nvSpPr>
        <p:spPr>
          <a:xfrm xmlns:a="http://schemas.openxmlformats.org/drawingml/2006/main">
            <a:off x="6496050" y="27717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6</a:t>
            </a:r>
          </a:p>
        </p:txBody>
      </p:sp>
      <p:sp>
        <p:nvSpPr>
          <p:cNvPr id="25" name="">
            <a:extLst xmlns:a="http://schemas.openxmlformats.org/drawingml/2006/main">
              <a:ext uri="{FF2B5EF4-FFF2-40B4-BE49-F238E27FC236}">
                <a16:creationId xmlns:a16="http://schemas.microsoft.com/office/drawing/2014/main" id="{9BB5D517-B8FA-450E-9C92-A669DB252723}"/>
              </a:ext>
            </a:extLst>
          </p:cNvPr>
          <p:cNvSpPr>
            <a:spLocks xmlns:a="http://schemas.openxmlformats.org/drawingml/2006/main" noGrp="1"/>
          </p:cNvSpPr>
          <p:nvPr/>
        </p:nvSpPr>
        <p:spPr>
          <a:xfrm xmlns:a="http://schemas.openxmlformats.org/drawingml/2006/main">
            <a:off x="457200" y="3009900"/>
            <a:ext cx="68580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FDCD8C19-36A9-4679-B32F-A85A7CCE8D29}"/>
              </a:ext>
            </a:extLst>
          </p:cNvPr>
          <p:cNvSpPr>
            <a:spLocks xmlns:a="http://schemas.openxmlformats.org/drawingml/2006/main" noGrp="1"/>
          </p:cNvSpPr>
          <p:nvPr/>
        </p:nvSpPr>
        <p:spPr>
          <a:xfrm xmlns:a="http://schemas.openxmlformats.org/drawingml/2006/main">
            <a:off x="590550" y="31146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Serial</a:t>
            </a:r>
          </a:p>
        </p:txBody>
      </p:sp>
      <p:sp>
        <p:nvSpPr>
          <p:cNvPr id="27" name="">
            <a:extLst xmlns:a="http://schemas.openxmlformats.org/drawingml/2006/main">
              <a:ext uri="{FF2B5EF4-FFF2-40B4-BE49-F238E27FC236}">
                <a16:creationId xmlns:a16="http://schemas.microsoft.com/office/drawing/2014/main" id="{30DB35D8-8412-4FCD-9258-826DB0B6B654}"/>
              </a:ext>
            </a:extLst>
          </p:cNvPr>
          <p:cNvSpPr>
            <a:spLocks xmlns:a="http://schemas.openxmlformats.org/drawingml/2006/main" noGrp="1"/>
          </p:cNvSpPr>
          <p:nvPr/>
        </p:nvSpPr>
        <p:spPr>
          <a:xfrm xmlns:a="http://schemas.openxmlformats.org/drawingml/2006/main">
            <a:off x="2495550" y="31146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UART0 TX/RX · UART1 TX/RX</a:t>
            </a:r>
          </a:p>
        </p:txBody>
      </p:sp>
      <p:sp>
        <p:nvSpPr>
          <p:cNvPr id="28" name="">
            <a:extLst xmlns:a="http://schemas.openxmlformats.org/drawingml/2006/main">
              <a:ext uri="{FF2B5EF4-FFF2-40B4-BE49-F238E27FC236}">
                <a16:creationId xmlns:a16="http://schemas.microsoft.com/office/drawing/2014/main" id="{1217333E-C3FC-4737-BEA2-FD7D7237A86B}"/>
              </a:ext>
            </a:extLst>
          </p:cNvPr>
          <p:cNvSpPr>
            <a:spLocks xmlns:a="http://schemas.openxmlformats.org/drawingml/2006/main" noGrp="1"/>
          </p:cNvSpPr>
          <p:nvPr/>
        </p:nvSpPr>
        <p:spPr>
          <a:xfrm xmlns:a="http://schemas.openxmlformats.org/drawingml/2006/main">
            <a:off x="6496050" y="31146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29" name="">
            <a:extLst xmlns:a="http://schemas.openxmlformats.org/drawingml/2006/main">
              <a:ext uri="{FF2B5EF4-FFF2-40B4-BE49-F238E27FC236}">
                <a16:creationId xmlns:a16="http://schemas.microsoft.com/office/drawing/2014/main" id="{B6E68FD2-0AB5-4064-AA3E-EA9D1378898A}"/>
              </a:ext>
            </a:extLst>
          </p:cNvPr>
          <p:cNvSpPr>
            <a:spLocks xmlns:a="http://schemas.openxmlformats.org/drawingml/2006/main" noGrp="1"/>
          </p:cNvSpPr>
          <p:nvPr/>
        </p:nvSpPr>
        <p:spPr>
          <a:xfrm xmlns:a="http://schemas.openxmlformats.org/drawingml/2006/main">
            <a:off x="457200" y="33528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B5ACFBD3-11A8-497B-90FE-7C843973CD14}"/>
              </a:ext>
            </a:extLst>
          </p:cNvPr>
          <p:cNvSpPr>
            <a:spLocks xmlns:a="http://schemas.openxmlformats.org/drawingml/2006/main" noGrp="1"/>
          </p:cNvSpPr>
          <p:nvPr/>
        </p:nvSpPr>
        <p:spPr>
          <a:xfrm xmlns:a="http://schemas.openxmlformats.org/drawingml/2006/main">
            <a:off x="590550" y="34575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SPI</a:t>
            </a:r>
          </a:p>
        </p:txBody>
      </p:sp>
      <p:sp>
        <p:nvSpPr>
          <p:cNvPr id="31" name="">
            <a:extLst xmlns:a="http://schemas.openxmlformats.org/drawingml/2006/main">
              <a:ext uri="{FF2B5EF4-FFF2-40B4-BE49-F238E27FC236}">
                <a16:creationId xmlns:a16="http://schemas.microsoft.com/office/drawing/2014/main" id="{FF8170A2-E9DD-4D84-9ED3-E21E28C8F120}"/>
              </a:ext>
            </a:extLst>
          </p:cNvPr>
          <p:cNvSpPr>
            <a:spLocks xmlns:a="http://schemas.openxmlformats.org/drawingml/2006/main" noGrp="1"/>
          </p:cNvSpPr>
          <p:nvPr/>
        </p:nvSpPr>
        <p:spPr>
          <a:xfrm xmlns:a="http://schemas.openxmlformats.org/drawingml/2006/main">
            <a:off x="2495550" y="34575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SCLK, MOSI, MISO, CSN</a:t>
            </a:r>
          </a:p>
        </p:txBody>
      </p:sp>
      <p:sp>
        <p:nvSpPr>
          <p:cNvPr id="32" name="">
            <a:extLst xmlns:a="http://schemas.openxmlformats.org/drawingml/2006/main">
              <a:ext uri="{FF2B5EF4-FFF2-40B4-BE49-F238E27FC236}">
                <a16:creationId xmlns:a16="http://schemas.microsoft.com/office/drawing/2014/main" id="{AE7F4471-D87D-4FAE-961C-E268F1F2C830}"/>
              </a:ext>
            </a:extLst>
          </p:cNvPr>
          <p:cNvSpPr>
            <a:spLocks xmlns:a="http://schemas.openxmlformats.org/drawingml/2006/main" noGrp="1"/>
          </p:cNvSpPr>
          <p:nvPr/>
        </p:nvSpPr>
        <p:spPr>
          <a:xfrm xmlns:a="http://schemas.openxmlformats.org/drawingml/2006/main">
            <a:off x="6496050" y="34575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33" name="">
            <a:extLst xmlns:a="http://schemas.openxmlformats.org/drawingml/2006/main">
              <a:ext uri="{FF2B5EF4-FFF2-40B4-BE49-F238E27FC236}">
                <a16:creationId xmlns:a16="http://schemas.microsoft.com/office/drawing/2014/main" id="{D79257EF-E1AF-4CFB-9B49-C8BE2182C03E}"/>
              </a:ext>
            </a:extLst>
          </p:cNvPr>
          <p:cNvSpPr>
            <a:spLocks xmlns:a="http://schemas.openxmlformats.org/drawingml/2006/main" noGrp="1"/>
          </p:cNvSpPr>
          <p:nvPr/>
        </p:nvSpPr>
        <p:spPr>
          <a:xfrm xmlns:a="http://schemas.openxmlformats.org/drawingml/2006/main">
            <a:off x="457200" y="3695700"/>
            <a:ext cx="68580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B5C3877C-9732-468B-98DA-A329D2B98A5E}"/>
              </a:ext>
            </a:extLst>
          </p:cNvPr>
          <p:cNvSpPr>
            <a:spLocks xmlns:a="http://schemas.openxmlformats.org/drawingml/2006/main" noGrp="1"/>
          </p:cNvSpPr>
          <p:nvPr/>
        </p:nvSpPr>
        <p:spPr>
          <a:xfrm xmlns:a="http://schemas.openxmlformats.org/drawingml/2006/main">
            <a:off x="590550" y="38004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JTAG</a:t>
            </a:r>
          </a:p>
        </p:txBody>
      </p:sp>
      <p:sp>
        <p:nvSpPr>
          <p:cNvPr id="35" name="">
            <a:extLst xmlns:a="http://schemas.openxmlformats.org/drawingml/2006/main">
              <a:ext uri="{FF2B5EF4-FFF2-40B4-BE49-F238E27FC236}">
                <a16:creationId xmlns:a16="http://schemas.microsoft.com/office/drawing/2014/main" id="{0551EA8A-162D-4367-B6AD-7605BFD60155}"/>
              </a:ext>
            </a:extLst>
          </p:cNvPr>
          <p:cNvSpPr>
            <a:spLocks xmlns:a="http://schemas.openxmlformats.org/drawingml/2006/main" noGrp="1"/>
          </p:cNvSpPr>
          <p:nvPr/>
        </p:nvSpPr>
        <p:spPr>
          <a:xfrm xmlns:a="http://schemas.openxmlformats.org/drawingml/2006/main">
            <a:off x="2495550" y="38004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TCK, TMS, TDI, TDO</a:t>
            </a:r>
          </a:p>
        </p:txBody>
      </p:sp>
      <p:sp>
        <p:nvSpPr>
          <p:cNvPr id="36" name="">
            <a:extLst xmlns:a="http://schemas.openxmlformats.org/drawingml/2006/main">
              <a:ext uri="{FF2B5EF4-FFF2-40B4-BE49-F238E27FC236}">
                <a16:creationId xmlns:a16="http://schemas.microsoft.com/office/drawing/2014/main" id="{3F0F4E05-B332-4987-834C-D52D5CB762F4}"/>
              </a:ext>
            </a:extLst>
          </p:cNvPr>
          <p:cNvSpPr>
            <a:spLocks xmlns:a="http://schemas.openxmlformats.org/drawingml/2006/main" noGrp="1"/>
          </p:cNvSpPr>
          <p:nvPr/>
        </p:nvSpPr>
        <p:spPr>
          <a:xfrm xmlns:a="http://schemas.openxmlformats.org/drawingml/2006/main">
            <a:off x="6496050" y="38004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37" name="">
            <a:extLst xmlns:a="http://schemas.openxmlformats.org/drawingml/2006/main">
              <a:ext uri="{FF2B5EF4-FFF2-40B4-BE49-F238E27FC236}">
                <a16:creationId xmlns:a16="http://schemas.microsoft.com/office/drawing/2014/main" id="{81391340-6159-498A-A1F1-FCAF5658C340}"/>
              </a:ext>
            </a:extLst>
          </p:cNvPr>
          <p:cNvSpPr>
            <a:spLocks xmlns:a="http://schemas.openxmlformats.org/drawingml/2006/main" noGrp="1"/>
          </p:cNvSpPr>
          <p:nvPr/>
        </p:nvSpPr>
        <p:spPr>
          <a:xfrm xmlns:a="http://schemas.openxmlformats.org/drawingml/2006/main">
            <a:off x="457200" y="40386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1DF7CBBA-DE57-40C1-9827-212DCC44AD16}"/>
              </a:ext>
            </a:extLst>
          </p:cNvPr>
          <p:cNvSpPr>
            <a:spLocks xmlns:a="http://schemas.openxmlformats.org/drawingml/2006/main" noGrp="1"/>
          </p:cNvSpPr>
          <p:nvPr/>
        </p:nvSpPr>
        <p:spPr>
          <a:xfrm xmlns:a="http://schemas.openxmlformats.org/drawingml/2006/main">
            <a:off x="590550" y="41433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GPIO</a:t>
            </a:r>
          </a:p>
        </p:txBody>
      </p:sp>
      <p:sp>
        <p:nvSpPr>
          <p:cNvPr id="39" name="">
            <a:extLst xmlns:a="http://schemas.openxmlformats.org/drawingml/2006/main">
              <a:ext uri="{FF2B5EF4-FFF2-40B4-BE49-F238E27FC236}">
                <a16:creationId xmlns:a16="http://schemas.microsoft.com/office/drawing/2014/main" id="{8C72552F-50D2-473D-8117-D5D2BB82AD36}"/>
              </a:ext>
            </a:extLst>
          </p:cNvPr>
          <p:cNvSpPr>
            <a:spLocks xmlns:a="http://schemas.openxmlformats.org/drawingml/2006/main" noGrp="1"/>
          </p:cNvSpPr>
          <p:nvPr/>
        </p:nvSpPr>
        <p:spPr>
          <a:xfrm xmlns:a="http://schemas.openxmlformats.org/drawingml/2006/main">
            <a:off x="2495550" y="41433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GPIO0–2</a:t>
            </a:r>
          </a:p>
        </p:txBody>
      </p:sp>
      <p:sp>
        <p:nvSpPr>
          <p:cNvPr id="40" name="">
            <a:extLst xmlns:a="http://schemas.openxmlformats.org/drawingml/2006/main">
              <a:ext uri="{FF2B5EF4-FFF2-40B4-BE49-F238E27FC236}">
                <a16:creationId xmlns:a16="http://schemas.microsoft.com/office/drawing/2014/main" id="{48F3238E-15CE-4E3A-9260-AA5C9A489758}"/>
              </a:ext>
            </a:extLst>
          </p:cNvPr>
          <p:cNvSpPr>
            <a:spLocks xmlns:a="http://schemas.openxmlformats.org/drawingml/2006/main" noGrp="1"/>
          </p:cNvSpPr>
          <p:nvPr/>
        </p:nvSpPr>
        <p:spPr>
          <a:xfrm xmlns:a="http://schemas.openxmlformats.org/drawingml/2006/main">
            <a:off x="6496050" y="41433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a:t>
            </a:r>
          </a:p>
        </p:txBody>
      </p:sp>
      <p:sp>
        <p:nvSpPr>
          <p:cNvPr id="41" name="">
            <a:extLst xmlns:a="http://schemas.openxmlformats.org/drawingml/2006/main">
              <a:ext uri="{FF2B5EF4-FFF2-40B4-BE49-F238E27FC236}">
                <a16:creationId xmlns:a16="http://schemas.microsoft.com/office/drawing/2014/main" id="{B94182EC-3BF0-4C3F-8628-63785BEE8F01}"/>
              </a:ext>
            </a:extLst>
          </p:cNvPr>
          <p:cNvSpPr>
            <a:spLocks xmlns:a="http://schemas.openxmlformats.org/drawingml/2006/main" noGrp="1"/>
          </p:cNvSpPr>
          <p:nvPr/>
        </p:nvSpPr>
        <p:spPr>
          <a:xfrm xmlns:a="http://schemas.openxmlformats.org/drawingml/2006/main">
            <a:off x="457200" y="4381500"/>
            <a:ext cx="6858000" cy="3429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913F51F8-E09E-4002-B793-018BFF7809AD}"/>
              </a:ext>
            </a:extLst>
          </p:cNvPr>
          <p:cNvSpPr>
            <a:spLocks xmlns:a="http://schemas.openxmlformats.org/drawingml/2006/main" noGrp="1"/>
          </p:cNvSpPr>
          <p:nvPr/>
        </p:nvSpPr>
        <p:spPr>
          <a:xfrm xmlns:a="http://schemas.openxmlformats.org/drawingml/2006/main">
            <a:off x="457200" y="4381500"/>
            <a:ext cx="47625" cy="3429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0B4AD6F4-8F67-42F3-8262-CBA947DB6707}"/>
              </a:ext>
            </a:extLst>
          </p:cNvPr>
          <p:cNvSpPr>
            <a:spLocks xmlns:a="http://schemas.openxmlformats.org/drawingml/2006/main" noGrp="1"/>
          </p:cNvSpPr>
          <p:nvPr/>
        </p:nvSpPr>
        <p:spPr>
          <a:xfrm xmlns:a="http://schemas.openxmlformats.org/drawingml/2006/main">
            <a:off x="590550" y="44862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Safety</a:t>
            </a:r>
          </a:p>
        </p:txBody>
      </p:sp>
      <p:sp>
        <p:nvSpPr>
          <p:cNvPr id="44" name="">
            <a:extLst xmlns:a="http://schemas.openxmlformats.org/drawingml/2006/main">
              <a:ext uri="{FF2B5EF4-FFF2-40B4-BE49-F238E27FC236}">
                <a16:creationId xmlns:a16="http://schemas.microsoft.com/office/drawing/2014/main" id="{B85A76E1-2FBF-44A2-8155-F3466A714D30}"/>
              </a:ext>
            </a:extLst>
          </p:cNvPr>
          <p:cNvSpPr>
            <a:spLocks xmlns:a="http://schemas.openxmlformats.org/drawingml/2006/main" noGrp="1"/>
          </p:cNvSpPr>
          <p:nvPr/>
        </p:nvSpPr>
        <p:spPr>
          <a:xfrm xmlns:a="http://schemas.openxmlformats.org/drawingml/2006/main">
            <a:off x="2495550" y="44862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FAULT_N · 2 × supply-good inputs</a:t>
            </a:r>
          </a:p>
        </p:txBody>
      </p:sp>
      <p:sp>
        <p:nvSpPr>
          <p:cNvPr id="45" name="">
            <a:extLst xmlns:a="http://schemas.openxmlformats.org/drawingml/2006/main">
              <a:ext uri="{FF2B5EF4-FFF2-40B4-BE49-F238E27FC236}">
                <a16:creationId xmlns:a16="http://schemas.microsoft.com/office/drawing/2014/main" id="{B302948C-1A93-4095-9F29-78031D6D3F74}"/>
              </a:ext>
            </a:extLst>
          </p:cNvPr>
          <p:cNvSpPr>
            <a:spLocks xmlns:a="http://schemas.openxmlformats.org/drawingml/2006/main" noGrp="1"/>
          </p:cNvSpPr>
          <p:nvPr/>
        </p:nvSpPr>
        <p:spPr>
          <a:xfrm xmlns:a="http://schemas.openxmlformats.org/drawingml/2006/main">
            <a:off x="6496050" y="44862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1E293B"/>
                </a:solidFill>
                <a:latin typeface="Arial"/>
                <a:ea typeface="Arial"/>
                <a:cs typeface="Arial"/>
              </a:defRPr>
            </a:pPr>
            <a:r>
              <a:t>3</a:t>
            </a:r>
          </a:p>
        </p:txBody>
      </p:sp>
      <p:sp>
        <p:nvSpPr>
          <p:cNvPr id="46" name="">
            <a:extLst xmlns:a="http://schemas.openxmlformats.org/drawingml/2006/main">
              <a:ext uri="{FF2B5EF4-FFF2-40B4-BE49-F238E27FC236}">
                <a16:creationId xmlns:a16="http://schemas.microsoft.com/office/drawing/2014/main" id="{FA039020-75A5-4E2A-A59F-86FAB0B5FFD7}"/>
              </a:ext>
            </a:extLst>
          </p:cNvPr>
          <p:cNvSpPr>
            <a:spLocks xmlns:a="http://schemas.openxmlformats.org/drawingml/2006/main" noGrp="1"/>
          </p:cNvSpPr>
          <p:nvPr/>
        </p:nvSpPr>
        <p:spPr>
          <a:xfrm xmlns:a="http://schemas.openxmlformats.org/drawingml/2006/main">
            <a:off x="457200" y="47244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DE2F7589-0E70-430D-B548-991BE2A9BBDC}"/>
              </a:ext>
            </a:extLst>
          </p:cNvPr>
          <p:cNvSpPr>
            <a:spLocks xmlns:a="http://schemas.openxmlformats.org/drawingml/2006/main" noGrp="1"/>
          </p:cNvSpPr>
          <p:nvPr/>
        </p:nvSpPr>
        <p:spPr>
          <a:xfrm xmlns:a="http://schemas.openxmlformats.org/drawingml/2006/main">
            <a:off x="590550" y="48291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Analog</a:t>
            </a:r>
          </a:p>
        </p:txBody>
      </p:sp>
      <p:sp>
        <p:nvSpPr>
          <p:cNvPr id="48" name="">
            <a:extLst xmlns:a="http://schemas.openxmlformats.org/drawingml/2006/main">
              <a:ext uri="{FF2B5EF4-FFF2-40B4-BE49-F238E27FC236}">
                <a16:creationId xmlns:a16="http://schemas.microsoft.com/office/drawing/2014/main" id="{C56DD886-6430-408D-9C3B-03494FF92540}"/>
              </a:ext>
            </a:extLst>
          </p:cNvPr>
          <p:cNvSpPr>
            <a:spLocks xmlns:a="http://schemas.openxmlformats.org/drawingml/2006/main" noGrp="1"/>
          </p:cNvSpPr>
          <p:nvPr/>
        </p:nvSpPr>
        <p:spPr>
          <a:xfrm xmlns:a="http://schemas.openxmlformats.org/drawingml/2006/main">
            <a:off x="2495550" y="48291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SAR ADC VINP, VINN (0–1.8 V)</a:t>
            </a:r>
          </a:p>
        </p:txBody>
      </p:sp>
      <p:sp>
        <p:nvSpPr>
          <p:cNvPr id="49" name="">
            <a:extLst xmlns:a="http://schemas.openxmlformats.org/drawingml/2006/main">
              <a:ext uri="{FF2B5EF4-FFF2-40B4-BE49-F238E27FC236}">
                <a16:creationId xmlns:a16="http://schemas.microsoft.com/office/drawing/2014/main" id="{8FDD59F5-39BB-4323-BB38-88029F3D769F}"/>
              </a:ext>
            </a:extLst>
          </p:cNvPr>
          <p:cNvSpPr>
            <a:spLocks xmlns:a="http://schemas.openxmlformats.org/drawingml/2006/main" noGrp="1"/>
          </p:cNvSpPr>
          <p:nvPr/>
        </p:nvSpPr>
        <p:spPr>
          <a:xfrm xmlns:a="http://schemas.openxmlformats.org/drawingml/2006/main">
            <a:off x="6496050" y="48291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50" name="">
            <a:extLst xmlns:a="http://schemas.openxmlformats.org/drawingml/2006/main">
              <a:ext uri="{FF2B5EF4-FFF2-40B4-BE49-F238E27FC236}">
                <a16:creationId xmlns:a16="http://schemas.microsoft.com/office/drawing/2014/main" id="{263E1610-98A9-4F98-B9DF-A3D77910E30D}"/>
              </a:ext>
            </a:extLst>
          </p:cNvPr>
          <p:cNvSpPr>
            <a:spLocks xmlns:a="http://schemas.openxmlformats.org/drawingml/2006/main" noGrp="1"/>
          </p:cNvSpPr>
          <p:nvPr/>
        </p:nvSpPr>
        <p:spPr>
          <a:xfrm xmlns:a="http://schemas.openxmlformats.org/drawingml/2006/main">
            <a:off x="457200" y="5067300"/>
            <a:ext cx="68580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51" name="">
            <a:extLst xmlns:a="http://schemas.openxmlformats.org/drawingml/2006/main">
              <a:ext uri="{FF2B5EF4-FFF2-40B4-BE49-F238E27FC236}">
                <a16:creationId xmlns:a16="http://schemas.microsoft.com/office/drawing/2014/main" id="{630A3E95-9261-4FCC-BAE3-604B14548FA5}"/>
              </a:ext>
            </a:extLst>
          </p:cNvPr>
          <p:cNvSpPr>
            <a:spLocks xmlns:a="http://schemas.openxmlformats.org/drawingml/2006/main" noGrp="1"/>
          </p:cNvSpPr>
          <p:nvPr/>
        </p:nvSpPr>
        <p:spPr>
          <a:xfrm xmlns:a="http://schemas.openxmlformats.org/drawingml/2006/main">
            <a:off x="590550" y="51720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I²C</a:t>
            </a:r>
          </a:p>
        </p:txBody>
      </p:sp>
      <p:sp>
        <p:nvSpPr>
          <p:cNvPr id="52" name="">
            <a:extLst xmlns:a="http://schemas.openxmlformats.org/drawingml/2006/main">
              <a:ext uri="{FF2B5EF4-FFF2-40B4-BE49-F238E27FC236}">
                <a16:creationId xmlns:a16="http://schemas.microsoft.com/office/drawing/2014/main" id="{F35E5C1E-F40F-4FF8-88C8-8F39369BC704}"/>
              </a:ext>
            </a:extLst>
          </p:cNvPr>
          <p:cNvSpPr>
            <a:spLocks xmlns:a="http://schemas.openxmlformats.org/drawingml/2006/main" noGrp="1"/>
          </p:cNvSpPr>
          <p:nvPr/>
        </p:nvSpPr>
        <p:spPr>
          <a:xfrm xmlns:a="http://schemas.openxmlformats.org/drawingml/2006/main">
            <a:off x="2495550" y="51720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SCL, SDA (open-drain)</a:t>
            </a:r>
          </a:p>
        </p:txBody>
      </p:sp>
      <p:sp>
        <p:nvSpPr>
          <p:cNvPr id="53" name="">
            <a:extLst xmlns:a="http://schemas.openxmlformats.org/drawingml/2006/main">
              <a:ext uri="{FF2B5EF4-FFF2-40B4-BE49-F238E27FC236}">
                <a16:creationId xmlns:a16="http://schemas.microsoft.com/office/drawing/2014/main" id="{4CD5DC14-CBD2-4FC1-92A9-68A452627DC2}"/>
              </a:ext>
            </a:extLst>
          </p:cNvPr>
          <p:cNvSpPr>
            <a:spLocks xmlns:a="http://schemas.openxmlformats.org/drawingml/2006/main" noGrp="1"/>
          </p:cNvSpPr>
          <p:nvPr/>
        </p:nvSpPr>
        <p:spPr>
          <a:xfrm xmlns:a="http://schemas.openxmlformats.org/drawingml/2006/main">
            <a:off x="6496050" y="51720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54" name="">
            <a:extLst xmlns:a="http://schemas.openxmlformats.org/drawingml/2006/main">
              <a:ext uri="{FF2B5EF4-FFF2-40B4-BE49-F238E27FC236}">
                <a16:creationId xmlns:a16="http://schemas.microsoft.com/office/drawing/2014/main" id="{430E2E66-144B-4EFB-9A46-970D5C3AA923}"/>
              </a:ext>
            </a:extLst>
          </p:cNvPr>
          <p:cNvSpPr>
            <a:spLocks xmlns:a="http://schemas.openxmlformats.org/drawingml/2006/main" noGrp="1"/>
          </p:cNvSpPr>
          <p:nvPr/>
        </p:nvSpPr>
        <p:spPr>
          <a:xfrm xmlns:a="http://schemas.openxmlformats.org/drawingml/2006/main">
            <a:off x="457200" y="5410200"/>
            <a:ext cx="685800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5" name="">
            <a:extLst xmlns:a="http://schemas.openxmlformats.org/drawingml/2006/main">
              <a:ext uri="{FF2B5EF4-FFF2-40B4-BE49-F238E27FC236}">
                <a16:creationId xmlns:a16="http://schemas.microsoft.com/office/drawing/2014/main" id="{DF9C2802-AFE9-482F-B65D-68F41F63D963}"/>
              </a:ext>
            </a:extLst>
          </p:cNvPr>
          <p:cNvSpPr>
            <a:spLocks xmlns:a="http://schemas.openxmlformats.org/drawingml/2006/main" noGrp="1"/>
          </p:cNvSpPr>
          <p:nvPr/>
        </p:nvSpPr>
        <p:spPr>
          <a:xfrm xmlns:a="http://schemas.openxmlformats.org/drawingml/2006/main">
            <a:off x="590550" y="5514975"/>
            <a:ext cx="16954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Clock &amp; reset</a:t>
            </a:r>
          </a:p>
        </p:txBody>
      </p:sp>
      <p:sp>
        <p:nvSpPr>
          <p:cNvPr id="56" name="">
            <a:extLst xmlns:a="http://schemas.openxmlformats.org/drawingml/2006/main">
              <a:ext uri="{FF2B5EF4-FFF2-40B4-BE49-F238E27FC236}">
                <a16:creationId xmlns:a16="http://schemas.microsoft.com/office/drawing/2014/main" id="{D6E210EE-CF06-4F20-AE97-904B7A5B9A53}"/>
              </a:ext>
            </a:extLst>
          </p:cNvPr>
          <p:cNvSpPr>
            <a:spLocks xmlns:a="http://schemas.openxmlformats.org/drawingml/2006/main" noGrp="1"/>
          </p:cNvSpPr>
          <p:nvPr/>
        </p:nvSpPr>
        <p:spPr>
          <a:xfrm xmlns:a="http://schemas.openxmlformats.org/drawingml/2006/main">
            <a:off x="2495550" y="5514975"/>
            <a:ext cx="3790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CLK, RST_N</a:t>
            </a:r>
          </a:p>
        </p:txBody>
      </p:sp>
      <p:sp>
        <p:nvSpPr>
          <p:cNvPr id="57" name="">
            <a:extLst xmlns:a="http://schemas.openxmlformats.org/drawingml/2006/main">
              <a:ext uri="{FF2B5EF4-FFF2-40B4-BE49-F238E27FC236}">
                <a16:creationId xmlns:a16="http://schemas.microsoft.com/office/drawing/2014/main" id="{C54FE9AE-3981-4B04-AFC1-FD3DE25FF70B}"/>
              </a:ext>
            </a:extLst>
          </p:cNvPr>
          <p:cNvSpPr>
            <a:spLocks xmlns:a="http://schemas.openxmlformats.org/drawingml/2006/main" noGrp="1"/>
          </p:cNvSpPr>
          <p:nvPr/>
        </p:nvSpPr>
        <p:spPr>
          <a:xfrm xmlns:a="http://schemas.openxmlformats.org/drawingml/2006/main">
            <a:off x="6496050" y="5514975"/>
            <a:ext cx="74295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58" name="">
            <a:extLst xmlns:a="http://schemas.openxmlformats.org/drawingml/2006/main">
              <a:ext uri="{FF2B5EF4-FFF2-40B4-BE49-F238E27FC236}">
                <a16:creationId xmlns:a16="http://schemas.microsoft.com/office/drawing/2014/main" id="{2DB0DC91-B3D4-41FE-BBE1-FA4B83C6C723}"/>
              </a:ext>
            </a:extLst>
          </p:cNvPr>
          <p:cNvSpPr>
            <a:spLocks xmlns:a="http://schemas.openxmlformats.org/drawingml/2006/main" noGrp="1"/>
          </p:cNvSpPr>
          <p:nvPr/>
        </p:nvSpPr>
        <p:spPr>
          <a:xfrm xmlns:a="http://schemas.openxmlformats.org/drawingml/2006/main">
            <a:off x="7620000" y="1638300"/>
            <a:ext cx="4114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PINS PER GROUP, TO SCALE</a:t>
            </a:r>
          </a:p>
        </p:txBody>
      </p:sp>
      <p:sp>
        <p:nvSpPr>
          <p:cNvPr id="59" name="">
            <a:extLst xmlns:a="http://schemas.openxmlformats.org/drawingml/2006/main">
              <a:ext uri="{FF2B5EF4-FFF2-40B4-BE49-F238E27FC236}">
                <a16:creationId xmlns:a16="http://schemas.microsoft.com/office/drawing/2014/main" id="{E7CEBF5D-417F-4CAA-8BAF-ABF7BAF8F363}"/>
              </a:ext>
            </a:extLst>
          </p:cNvPr>
          <p:cNvSpPr>
            <a:spLocks xmlns:a="http://schemas.openxmlformats.org/drawingml/2006/main" noGrp="1"/>
          </p:cNvSpPr>
          <p:nvPr/>
        </p:nvSpPr>
        <p:spPr>
          <a:xfrm xmlns:a="http://schemas.openxmlformats.org/drawingml/2006/main">
            <a:off x="7620000" y="20002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Motor PWM</a:t>
            </a:r>
          </a:p>
        </p:txBody>
      </p:sp>
      <p:sp>
        <p:nvSpPr>
          <p:cNvPr id="60" name="">
            <a:extLst xmlns:a="http://schemas.openxmlformats.org/drawingml/2006/main">
              <a:ext uri="{FF2B5EF4-FFF2-40B4-BE49-F238E27FC236}">
                <a16:creationId xmlns:a16="http://schemas.microsoft.com/office/drawing/2014/main" id="{A580A859-D40C-40F1-ABCD-707B6B9EB647}"/>
              </a:ext>
            </a:extLst>
          </p:cNvPr>
          <p:cNvSpPr>
            <a:spLocks xmlns:a="http://schemas.openxmlformats.org/drawingml/2006/main" noGrp="1"/>
          </p:cNvSpPr>
          <p:nvPr/>
        </p:nvSpPr>
        <p:spPr>
          <a:xfrm xmlns:a="http://schemas.openxmlformats.org/drawingml/2006/main">
            <a:off x="8953500" y="20193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DF9CBC03-823A-4239-987D-367C3AA0A71D}"/>
              </a:ext>
            </a:extLst>
          </p:cNvPr>
          <p:cNvSpPr>
            <a:spLocks xmlns:a="http://schemas.openxmlformats.org/drawingml/2006/main" noGrp="1"/>
          </p:cNvSpPr>
          <p:nvPr/>
        </p:nvSpPr>
        <p:spPr>
          <a:xfrm xmlns:a="http://schemas.openxmlformats.org/drawingml/2006/main">
            <a:off x="8953500" y="2019300"/>
            <a:ext cx="2209800"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3981B3F-0649-4D81-8634-0F3AACE14F0B}"/>
              </a:ext>
            </a:extLst>
          </p:cNvPr>
          <p:cNvSpPr>
            <a:spLocks xmlns:a="http://schemas.openxmlformats.org/drawingml/2006/main" noGrp="1"/>
          </p:cNvSpPr>
          <p:nvPr/>
        </p:nvSpPr>
        <p:spPr>
          <a:xfrm xmlns:a="http://schemas.openxmlformats.org/drawingml/2006/main">
            <a:off x="11239500" y="19812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7</a:t>
            </a:r>
          </a:p>
        </p:txBody>
      </p:sp>
      <p:sp>
        <p:nvSpPr>
          <p:cNvPr id="63" name="">
            <a:extLst xmlns:a="http://schemas.openxmlformats.org/drawingml/2006/main">
              <a:ext uri="{FF2B5EF4-FFF2-40B4-BE49-F238E27FC236}">
                <a16:creationId xmlns:a16="http://schemas.microsoft.com/office/drawing/2014/main" id="{B9E374CD-2305-4FC8-BB6B-2A787BE90FB8}"/>
              </a:ext>
            </a:extLst>
          </p:cNvPr>
          <p:cNvSpPr>
            <a:spLocks xmlns:a="http://schemas.openxmlformats.org/drawingml/2006/main" noGrp="1"/>
          </p:cNvSpPr>
          <p:nvPr/>
        </p:nvSpPr>
        <p:spPr>
          <a:xfrm xmlns:a="http://schemas.openxmlformats.org/drawingml/2006/main">
            <a:off x="7620000" y="23622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QSPI flash</a:t>
            </a:r>
          </a:p>
        </p:txBody>
      </p:sp>
      <p:sp>
        <p:nvSpPr>
          <p:cNvPr id="64" name="">
            <a:extLst xmlns:a="http://schemas.openxmlformats.org/drawingml/2006/main">
              <a:ext uri="{FF2B5EF4-FFF2-40B4-BE49-F238E27FC236}">
                <a16:creationId xmlns:a16="http://schemas.microsoft.com/office/drawing/2014/main" id="{E6793EAF-E46A-48C4-8214-BAA1D5564245}"/>
              </a:ext>
            </a:extLst>
          </p:cNvPr>
          <p:cNvSpPr>
            <a:spLocks xmlns:a="http://schemas.openxmlformats.org/drawingml/2006/main" noGrp="1"/>
          </p:cNvSpPr>
          <p:nvPr/>
        </p:nvSpPr>
        <p:spPr>
          <a:xfrm xmlns:a="http://schemas.openxmlformats.org/drawingml/2006/main">
            <a:off x="8953500" y="23812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E2FFC097-A356-4743-9632-B3D333E5BD64}"/>
              </a:ext>
            </a:extLst>
          </p:cNvPr>
          <p:cNvSpPr>
            <a:spLocks xmlns:a="http://schemas.openxmlformats.org/drawingml/2006/main" noGrp="1"/>
          </p:cNvSpPr>
          <p:nvPr/>
        </p:nvSpPr>
        <p:spPr>
          <a:xfrm xmlns:a="http://schemas.openxmlformats.org/drawingml/2006/main">
            <a:off x="8953500" y="2381250"/>
            <a:ext cx="2209800"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90EFFAB1-3A46-45E4-8DC1-B870A0671A5A}"/>
              </a:ext>
            </a:extLst>
          </p:cNvPr>
          <p:cNvSpPr>
            <a:spLocks xmlns:a="http://schemas.openxmlformats.org/drawingml/2006/main" noGrp="1"/>
          </p:cNvSpPr>
          <p:nvPr/>
        </p:nvSpPr>
        <p:spPr>
          <a:xfrm xmlns:a="http://schemas.openxmlformats.org/drawingml/2006/main">
            <a:off x="11239500" y="23431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7</a:t>
            </a:r>
          </a:p>
        </p:txBody>
      </p:sp>
      <p:sp>
        <p:nvSpPr>
          <p:cNvPr id="67" name="">
            <a:extLst xmlns:a="http://schemas.openxmlformats.org/drawingml/2006/main">
              <a:ext uri="{FF2B5EF4-FFF2-40B4-BE49-F238E27FC236}">
                <a16:creationId xmlns:a16="http://schemas.microsoft.com/office/drawing/2014/main" id="{85FEB215-F2E8-4CC3-8FB0-8B3C9582E279}"/>
              </a:ext>
            </a:extLst>
          </p:cNvPr>
          <p:cNvSpPr>
            <a:spLocks xmlns:a="http://schemas.openxmlformats.org/drawingml/2006/main" noGrp="1"/>
          </p:cNvSpPr>
          <p:nvPr/>
        </p:nvSpPr>
        <p:spPr>
          <a:xfrm xmlns:a="http://schemas.openxmlformats.org/drawingml/2006/main">
            <a:off x="7620000" y="27241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Position</a:t>
            </a:r>
          </a:p>
        </p:txBody>
      </p:sp>
      <p:sp>
        <p:nvSpPr>
          <p:cNvPr id="68" name="">
            <a:extLst xmlns:a="http://schemas.openxmlformats.org/drawingml/2006/main">
              <a:ext uri="{FF2B5EF4-FFF2-40B4-BE49-F238E27FC236}">
                <a16:creationId xmlns:a16="http://schemas.microsoft.com/office/drawing/2014/main" id="{E42CD68A-AC52-498F-8434-F75BBA1464D2}"/>
              </a:ext>
            </a:extLst>
          </p:cNvPr>
          <p:cNvSpPr>
            <a:spLocks xmlns:a="http://schemas.openxmlformats.org/drawingml/2006/main" noGrp="1"/>
          </p:cNvSpPr>
          <p:nvPr/>
        </p:nvSpPr>
        <p:spPr>
          <a:xfrm xmlns:a="http://schemas.openxmlformats.org/drawingml/2006/main">
            <a:off x="8953500" y="27432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F578E778-7E28-475D-A840-2AC255792916}"/>
              </a:ext>
            </a:extLst>
          </p:cNvPr>
          <p:cNvSpPr>
            <a:spLocks xmlns:a="http://schemas.openxmlformats.org/drawingml/2006/main" noGrp="1"/>
          </p:cNvSpPr>
          <p:nvPr/>
        </p:nvSpPr>
        <p:spPr>
          <a:xfrm xmlns:a="http://schemas.openxmlformats.org/drawingml/2006/main">
            <a:off x="8953500" y="2743200"/>
            <a:ext cx="1894114"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9FD7538E-7BDF-4666-B477-77B7818AD4E5}"/>
              </a:ext>
            </a:extLst>
          </p:cNvPr>
          <p:cNvSpPr>
            <a:spLocks xmlns:a="http://schemas.openxmlformats.org/drawingml/2006/main" noGrp="1"/>
          </p:cNvSpPr>
          <p:nvPr/>
        </p:nvSpPr>
        <p:spPr>
          <a:xfrm xmlns:a="http://schemas.openxmlformats.org/drawingml/2006/main">
            <a:off x="11239500" y="27051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6</a:t>
            </a:r>
          </a:p>
        </p:txBody>
      </p:sp>
      <p:sp>
        <p:nvSpPr>
          <p:cNvPr id="71" name="">
            <a:extLst xmlns:a="http://schemas.openxmlformats.org/drawingml/2006/main">
              <a:ext uri="{FF2B5EF4-FFF2-40B4-BE49-F238E27FC236}">
                <a16:creationId xmlns:a16="http://schemas.microsoft.com/office/drawing/2014/main" id="{B7213F7C-7CA7-4F21-B279-F0BA54C0DBFF}"/>
              </a:ext>
            </a:extLst>
          </p:cNvPr>
          <p:cNvSpPr>
            <a:spLocks xmlns:a="http://schemas.openxmlformats.org/drawingml/2006/main" noGrp="1"/>
          </p:cNvSpPr>
          <p:nvPr/>
        </p:nvSpPr>
        <p:spPr>
          <a:xfrm xmlns:a="http://schemas.openxmlformats.org/drawingml/2006/main">
            <a:off x="7620000" y="30861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Serial</a:t>
            </a:r>
          </a:p>
        </p:txBody>
      </p:sp>
      <p:sp>
        <p:nvSpPr>
          <p:cNvPr id="72" name="">
            <a:extLst xmlns:a="http://schemas.openxmlformats.org/drawingml/2006/main">
              <a:ext uri="{FF2B5EF4-FFF2-40B4-BE49-F238E27FC236}">
                <a16:creationId xmlns:a16="http://schemas.microsoft.com/office/drawing/2014/main" id="{A374A5AD-0D59-4955-8CF3-3C34CBF25AEF}"/>
              </a:ext>
            </a:extLst>
          </p:cNvPr>
          <p:cNvSpPr>
            <a:spLocks xmlns:a="http://schemas.openxmlformats.org/drawingml/2006/main" noGrp="1"/>
          </p:cNvSpPr>
          <p:nvPr/>
        </p:nvSpPr>
        <p:spPr>
          <a:xfrm xmlns:a="http://schemas.openxmlformats.org/drawingml/2006/main">
            <a:off x="8953500" y="31051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6C858009-21F1-491D-9AFD-0F1206EB5FF1}"/>
              </a:ext>
            </a:extLst>
          </p:cNvPr>
          <p:cNvSpPr>
            <a:spLocks xmlns:a="http://schemas.openxmlformats.org/drawingml/2006/main" noGrp="1"/>
          </p:cNvSpPr>
          <p:nvPr/>
        </p:nvSpPr>
        <p:spPr>
          <a:xfrm xmlns:a="http://schemas.openxmlformats.org/drawingml/2006/main">
            <a:off x="8953500" y="3105150"/>
            <a:ext cx="1262743"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FA0230FD-406A-4CA3-96DE-5932A6DBB371}"/>
              </a:ext>
            </a:extLst>
          </p:cNvPr>
          <p:cNvSpPr>
            <a:spLocks xmlns:a="http://schemas.openxmlformats.org/drawingml/2006/main" noGrp="1"/>
          </p:cNvSpPr>
          <p:nvPr/>
        </p:nvSpPr>
        <p:spPr>
          <a:xfrm xmlns:a="http://schemas.openxmlformats.org/drawingml/2006/main">
            <a:off x="11239500" y="30670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4</a:t>
            </a:r>
          </a:p>
        </p:txBody>
      </p:sp>
      <p:sp>
        <p:nvSpPr>
          <p:cNvPr id="75" name="">
            <a:extLst xmlns:a="http://schemas.openxmlformats.org/drawingml/2006/main">
              <a:ext uri="{FF2B5EF4-FFF2-40B4-BE49-F238E27FC236}">
                <a16:creationId xmlns:a16="http://schemas.microsoft.com/office/drawing/2014/main" id="{7C64F305-4D2D-4301-9324-5014E691826B}"/>
              </a:ext>
            </a:extLst>
          </p:cNvPr>
          <p:cNvSpPr>
            <a:spLocks xmlns:a="http://schemas.openxmlformats.org/drawingml/2006/main" noGrp="1"/>
          </p:cNvSpPr>
          <p:nvPr/>
        </p:nvSpPr>
        <p:spPr>
          <a:xfrm xmlns:a="http://schemas.openxmlformats.org/drawingml/2006/main">
            <a:off x="7620000" y="34480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SPI</a:t>
            </a:r>
          </a:p>
        </p:txBody>
      </p:sp>
      <p:sp>
        <p:nvSpPr>
          <p:cNvPr id="76" name="">
            <a:extLst xmlns:a="http://schemas.openxmlformats.org/drawingml/2006/main">
              <a:ext uri="{FF2B5EF4-FFF2-40B4-BE49-F238E27FC236}">
                <a16:creationId xmlns:a16="http://schemas.microsoft.com/office/drawing/2014/main" id="{ABA48AFF-0734-42AC-8DA2-083E700E9CDA}"/>
              </a:ext>
            </a:extLst>
          </p:cNvPr>
          <p:cNvSpPr>
            <a:spLocks xmlns:a="http://schemas.openxmlformats.org/drawingml/2006/main" noGrp="1"/>
          </p:cNvSpPr>
          <p:nvPr/>
        </p:nvSpPr>
        <p:spPr>
          <a:xfrm xmlns:a="http://schemas.openxmlformats.org/drawingml/2006/main">
            <a:off x="8953500" y="34671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E9973F42-791D-4A94-AD74-F218AAD7CF96}"/>
              </a:ext>
            </a:extLst>
          </p:cNvPr>
          <p:cNvSpPr>
            <a:spLocks xmlns:a="http://schemas.openxmlformats.org/drawingml/2006/main" noGrp="1"/>
          </p:cNvSpPr>
          <p:nvPr/>
        </p:nvSpPr>
        <p:spPr>
          <a:xfrm xmlns:a="http://schemas.openxmlformats.org/drawingml/2006/main">
            <a:off x="8953500" y="3467100"/>
            <a:ext cx="1262743"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238F275A-A4D0-4E3D-A6A7-F5C845FE163C}"/>
              </a:ext>
            </a:extLst>
          </p:cNvPr>
          <p:cNvSpPr>
            <a:spLocks xmlns:a="http://schemas.openxmlformats.org/drawingml/2006/main" noGrp="1"/>
          </p:cNvSpPr>
          <p:nvPr/>
        </p:nvSpPr>
        <p:spPr>
          <a:xfrm xmlns:a="http://schemas.openxmlformats.org/drawingml/2006/main">
            <a:off x="11239500" y="34290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4</a:t>
            </a:r>
          </a:p>
        </p:txBody>
      </p:sp>
      <p:sp>
        <p:nvSpPr>
          <p:cNvPr id="79" name="">
            <a:extLst xmlns:a="http://schemas.openxmlformats.org/drawingml/2006/main">
              <a:ext uri="{FF2B5EF4-FFF2-40B4-BE49-F238E27FC236}">
                <a16:creationId xmlns:a16="http://schemas.microsoft.com/office/drawing/2014/main" id="{4D93E9E9-2134-4D5B-A696-96A863270D28}"/>
              </a:ext>
            </a:extLst>
          </p:cNvPr>
          <p:cNvSpPr>
            <a:spLocks xmlns:a="http://schemas.openxmlformats.org/drawingml/2006/main" noGrp="1"/>
          </p:cNvSpPr>
          <p:nvPr/>
        </p:nvSpPr>
        <p:spPr>
          <a:xfrm xmlns:a="http://schemas.openxmlformats.org/drawingml/2006/main">
            <a:off x="7620000" y="38100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JTAG</a:t>
            </a:r>
          </a:p>
        </p:txBody>
      </p:sp>
      <p:sp>
        <p:nvSpPr>
          <p:cNvPr id="80" name="">
            <a:extLst xmlns:a="http://schemas.openxmlformats.org/drawingml/2006/main">
              <a:ext uri="{FF2B5EF4-FFF2-40B4-BE49-F238E27FC236}">
                <a16:creationId xmlns:a16="http://schemas.microsoft.com/office/drawing/2014/main" id="{B982FA15-3EB0-451E-B61F-1D24ECD60A66}"/>
              </a:ext>
            </a:extLst>
          </p:cNvPr>
          <p:cNvSpPr>
            <a:spLocks xmlns:a="http://schemas.openxmlformats.org/drawingml/2006/main" noGrp="1"/>
          </p:cNvSpPr>
          <p:nvPr/>
        </p:nvSpPr>
        <p:spPr>
          <a:xfrm xmlns:a="http://schemas.openxmlformats.org/drawingml/2006/main">
            <a:off x="8953500" y="38290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ED59AC57-8F9A-4540-B448-992A6F2B171E}"/>
              </a:ext>
            </a:extLst>
          </p:cNvPr>
          <p:cNvSpPr>
            <a:spLocks xmlns:a="http://schemas.openxmlformats.org/drawingml/2006/main" noGrp="1"/>
          </p:cNvSpPr>
          <p:nvPr/>
        </p:nvSpPr>
        <p:spPr>
          <a:xfrm xmlns:a="http://schemas.openxmlformats.org/drawingml/2006/main">
            <a:off x="8953500" y="3829050"/>
            <a:ext cx="1262743"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BDEC344B-7B6F-431B-B1D4-6C7CCBD4467E}"/>
              </a:ext>
            </a:extLst>
          </p:cNvPr>
          <p:cNvSpPr>
            <a:spLocks xmlns:a="http://schemas.openxmlformats.org/drawingml/2006/main" noGrp="1"/>
          </p:cNvSpPr>
          <p:nvPr/>
        </p:nvSpPr>
        <p:spPr>
          <a:xfrm xmlns:a="http://schemas.openxmlformats.org/drawingml/2006/main">
            <a:off x="11239500" y="37909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4</a:t>
            </a:r>
          </a:p>
        </p:txBody>
      </p:sp>
      <p:sp>
        <p:nvSpPr>
          <p:cNvPr id="83" name="">
            <a:extLst xmlns:a="http://schemas.openxmlformats.org/drawingml/2006/main">
              <a:ext uri="{FF2B5EF4-FFF2-40B4-BE49-F238E27FC236}">
                <a16:creationId xmlns:a16="http://schemas.microsoft.com/office/drawing/2014/main" id="{B016768C-E657-4398-85D6-EB6EE9DAA5D0}"/>
              </a:ext>
            </a:extLst>
          </p:cNvPr>
          <p:cNvSpPr>
            <a:spLocks xmlns:a="http://schemas.openxmlformats.org/drawingml/2006/main" noGrp="1"/>
          </p:cNvSpPr>
          <p:nvPr/>
        </p:nvSpPr>
        <p:spPr>
          <a:xfrm xmlns:a="http://schemas.openxmlformats.org/drawingml/2006/main">
            <a:off x="7620000" y="41719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GPIO</a:t>
            </a:r>
          </a:p>
        </p:txBody>
      </p:sp>
      <p:sp>
        <p:nvSpPr>
          <p:cNvPr id="84" name="">
            <a:extLst xmlns:a="http://schemas.openxmlformats.org/drawingml/2006/main">
              <a:ext uri="{FF2B5EF4-FFF2-40B4-BE49-F238E27FC236}">
                <a16:creationId xmlns:a16="http://schemas.microsoft.com/office/drawing/2014/main" id="{004DA2E3-E469-46BA-B55F-78B097078DD1}"/>
              </a:ext>
            </a:extLst>
          </p:cNvPr>
          <p:cNvSpPr>
            <a:spLocks xmlns:a="http://schemas.openxmlformats.org/drawingml/2006/main" noGrp="1"/>
          </p:cNvSpPr>
          <p:nvPr/>
        </p:nvSpPr>
        <p:spPr>
          <a:xfrm xmlns:a="http://schemas.openxmlformats.org/drawingml/2006/main">
            <a:off x="8953500" y="41910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8D1BA3B8-17CA-4748-83E8-AF360E092C3F}"/>
              </a:ext>
            </a:extLst>
          </p:cNvPr>
          <p:cNvSpPr>
            <a:spLocks xmlns:a="http://schemas.openxmlformats.org/drawingml/2006/main" noGrp="1"/>
          </p:cNvSpPr>
          <p:nvPr/>
        </p:nvSpPr>
        <p:spPr>
          <a:xfrm xmlns:a="http://schemas.openxmlformats.org/drawingml/2006/main">
            <a:off x="8953500" y="4191000"/>
            <a:ext cx="947057"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9A3822C1-5988-46DD-928B-4C79861332E2}"/>
              </a:ext>
            </a:extLst>
          </p:cNvPr>
          <p:cNvSpPr>
            <a:spLocks xmlns:a="http://schemas.openxmlformats.org/drawingml/2006/main" noGrp="1"/>
          </p:cNvSpPr>
          <p:nvPr/>
        </p:nvSpPr>
        <p:spPr>
          <a:xfrm xmlns:a="http://schemas.openxmlformats.org/drawingml/2006/main">
            <a:off x="11239500" y="41529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3</a:t>
            </a:r>
          </a:p>
        </p:txBody>
      </p:sp>
      <p:sp>
        <p:nvSpPr>
          <p:cNvPr id="87" name="">
            <a:extLst xmlns:a="http://schemas.openxmlformats.org/drawingml/2006/main">
              <a:ext uri="{FF2B5EF4-FFF2-40B4-BE49-F238E27FC236}">
                <a16:creationId xmlns:a16="http://schemas.microsoft.com/office/drawing/2014/main" id="{52A24860-C454-403E-9F60-B75F16EF64FC}"/>
              </a:ext>
            </a:extLst>
          </p:cNvPr>
          <p:cNvSpPr>
            <a:spLocks xmlns:a="http://schemas.openxmlformats.org/drawingml/2006/main" noGrp="1"/>
          </p:cNvSpPr>
          <p:nvPr/>
        </p:nvSpPr>
        <p:spPr>
          <a:xfrm xmlns:a="http://schemas.openxmlformats.org/drawingml/2006/main">
            <a:off x="7620000" y="45339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Safety</a:t>
            </a:r>
          </a:p>
        </p:txBody>
      </p:sp>
      <p:sp>
        <p:nvSpPr>
          <p:cNvPr id="88" name="">
            <a:extLst xmlns:a="http://schemas.openxmlformats.org/drawingml/2006/main">
              <a:ext uri="{FF2B5EF4-FFF2-40B4-BE49-F238E27FC236}">
                <a16:creationId xmlns:a16="http://schemas.microsoft.com/office/drawing/2014/main" id="{8F91D33D-622F-41D4-9903-1F99C3F06F8C}"/>
              </a:ext>
            </a:extLst>
          </p:cNvPr>
          <p:cNvSpPr>
            <a:spLocks xmlns:a="http://schemas.openxmlformats.org/drawingml/2006/main" noGrp="1"/>
          </p:cNvSpPr>
          <p:nvPr/>
        </p:nvSpPr>
        <p:spPr>
          <a:xfrm xmlns:a="http://schemas.openxmlformats.org/drawingml/2006/main">
            <a:off x="8953500" y="45529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4532A0B7-086F-4E2D-B279-D804532B6E41}"/>
              </a:ext>
            </a:extLst>
          </p:cNvPr>
          <p:cNvSpPr>
            <a:spLocks xmlns:a="http://schemas.openxmlformats.org/drawingml/2006/main" noGrp="1"/>
          </p:cNvSpPr>
          <p:nvPr/>
        </p:nvSpPr>
        <p:spPr>
          <a:xfrm xmlns:a="http://schemas.openxmlformats.org/drawingml/2006/main">
            <a:off x="8953500" y="4552950"/>
            <a:ext cx="947057"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EB0990C4-3325-4B0C-A197-53C4AAD4B56B}"/>
              </a:ext>
            </a:extLst>
          </p:cNvPr>
          <p:cNvSpPr>
            <a:spLocks xmlns:a="http://schemas.openxmlformats.org/drawingml/2006/main" noGrp="1"/>
          </p:cNvSpPr>
          <p:nvPr/>
        </p:nvSpPr>
        <p:spPr>
          <a:xfrm xmlns:a="http://schemas.openxmlformats.org/drawingml/2006/main">
            <a:off x="11239500" y="45148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3</a:t>
            </a:r>
          </a:p>
        </p:txBody>
      </p:sp>
      <p:sp>
        <p:nvSpPr>
          <p:cNvPr id="91" name="">
            <a:extLst xmlns:a="http://schemas.openxmlformats.org/drawingml/2006/main">
              <a:ext uri="{FF2B5EF4-FFF2-40B4-BE49-F238E27FC236}">
                <a16:creationId xmlns:a16="http://schemas.microsoft.com/office/drawing/2014/main" id="{1CF2C7B2-BC68-4E6B-B918-8B218DEF847B}"/>
              </a:ext>
            </a:extLst>
          </p:cNvPr>
          <p:cNvSpPr>
            <a:spLocks xmlns:a="http://schemas.openxmlformats.org/drawingml/2006/main" noGrp="1"/>
          </p:cNvSpPr>
          <p:nvPr/>
        </p:nvSpPr>
        <p:spPr>
          <a:xfrm xmlns:a="http://schemas.openxmlformats.org/drawingml/2006/main">
            <a:off x="7620000" y="48958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Analog</a:t>
            </a:r>
          </a:p>
        </p:txBody>
      </p:sp>
      <p:sp>
        <p:nvSpPr>
          <p:cNvPr id="92" name="">
            <a:extLst xmlns:a="http://schemas.openxmlformats.org/drawingml/2006/main">
              <a:ext uri="{FF2B5EF4-FFF2-40B4-BE49-F238E27FC236}">
                <a16:creationId xmlns:a16="http://schemas.microsoft.com/office/drawing/2014/main" id="{55B4A2FA-1205-4657-A705-255C4F10926D}"/>
              </a:ext>
            </a:extLst>
          </p:cNvPr>
          <p:cNvSpPr>
            <a:spLocks xmlns:a="http://schemas.openxmlformats.org/drawingml/2006/main" noGrp="1"/>
          </p:cNvSpPr>
          <p:nvPr/>
        </p:nvSpPr>
        <p:spPr>
          <a:xfrm xmlns:a="http://schemas.openxmlformats.org/drawingml/2006/main">
            <a:off x="8953500" y="49149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7E6B5896-C8DC-4317-8B00-D4D28EFC6A4F}"/>
              </a:ext>
            </a:extLst>
          </p:cNvPr>
          <p:cNvSpPr>
            <a:spLocks xmlns:a="http://schemas.openxmlformats.org/drawingml/2006/main" noGrp="1"/>
          </p:cNvSpPr>
          <p:nvPr/>
        </p:nvSpPr>
        <p:spPr>
          <a:xfrm xmlns:a="http://schemas.openxmlformats.org/drawingml/2006/main">
            <a:off x="8953500" y="4914900"/>
            <a:ext cx="631371"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468E4A88-9B39-4887-B07D-3005DBCD6F4E}"/>
              </a:ext>
            </a:extLst>
          </p:cNvPr>
          <p:cNvSpPr>
            <a:spLocks xmlns:a="http://schemas.openxmlformats.org/drawingml/2006/main" noGrp="1"/>
          </p:cNvSpPr>
          <p:nvPr/>
        </p:nvSpPr>
        <p:spPr>
          <a:xfrm xmlns:a="http://schemas.openxmlformats.org/drawingml/2006/main">
            <a:off x="11239500" y="48768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2</a:t>
            </a:r>
          </a:p>
        </p:txBody>
      </p:sp>
      <p:sp>
        <p:nvSpPr>
          <p:cNvPr id="95" name="">
            <a:extLst xmlns:a="http://schemas.openxmlformats.org/drawingml/2006/main">
              <a:ext uri="{FF2B5EF4-FFF2-40B4-BE49-F238E27FC236}">
                <a16:creationId xmlns:a16="http://schemas.microsoft.com/office/drawing/2014/main" id="{BE114227-83A8-4859-89B3-B4F19555B4D7}"/>
              </a:ext>
            </a:extLst>
          </p:cNvPr>
          <p:cNvSpPr>
            <a:spLocks xmlns:a="http://schemas.openxmlformats.org/drawingml/2006/main" noGrp="1"/>
          </p:cNvSpPr>
          <p:nvPr/>
        </p:nvSpPr>
        <p:spPr>
          <a:xfrm xmlns:a="http://schemas.openxmlformats.org/drawingml/2006/main">
            <a:off x="7620000" y="525780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I²C</a:t>
            </a:r>
          </a:p>
        </p:txBody>
      </p:sp>
      <p:sp>
        <p:nvSpPr>
          <p:cNvPr id="96" name="">
            <a:extLst xmlns:a="http://schemas.openxmlformats.org/drawingml/2006/main">
              <a:ext uri="{FF2B5EF4-FFF2-40B4-BE49-F238E27FC236}">
                <a16:creationId xmlns:a16="http://schemas.microsoft.com/office/drawing/2014/main" id="{ECE92092-F464-4414-95F9-BD0B72032F47}"/>
              </a:ext>
            </a:extLst>
          </p:cNvPr>
          <p:cNvSpPr>
            <a:spLocks xmlns:a="http://schemas.openxmlformats.org/drawingml/2006/main" noGrp="1"/>
          </p:cNvSpPr>
          <p:nvPr/>
        </p:nvSpPr>
        <p:spPr>
          <a:xfrm xmlns:a="http://schemas.openxmlformats.org/drawingml/2006/main">
            <a:off x="8953500" y="527685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11E17C3B-55AA-44A1-9E87-93350312BBEF}"/>
              </a:ext>
            </a:extLst>
          </p:cNvPr>
          <p:cNvSpPr>
            <a:spLocks xmlns:a="http://schemas.openxmlformats.org/drawingml/2006/main" noGrp="1"/>
          </p:cNvSpPr>
          <p:nvPr/>
        </p:nvSpPr>
        <p:spPr>
          <a:xfrm xmlns:a="http://schemas.openxmlformats.org/drawingml/2006/main">
            <a:off x="8953500" y="5276850"/>
            <a:ext cx="631371"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8E070B34-9DCD-4E28-89A7-EC3B7B9EA978}"/>
              </a:ext>
            </a:extLst>
          </p:cNvPr>
          <p:cNvSpPr>
            <a:spLocks xmlns:a="http://schemas.openxmlformats.org/drawingml/2006/main" noGrp="1"/>
          </p:cNvSpPr>
          <p:nvPr/>
        </p:nvSpPr>
        <p:spPr>
          <a:xfrm xmlns:a="http://schemas.openxmlformats.org/drawingml/2006/main">
            <a:off x="11239500" y="523875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2</a:t>
            </a:r>
          </a:p>
        </p:txBody>
      </p:sp>
      <p:sp>
        <p:nvSpPr>
          <p:cNvPr id="99" name="">
            <a:extLst xmlns:a="http://schemas.openxmlformats.org/drawingml/2006/main">
              <a:ext uri="{FF2B5EF4-FFF2-40B4-BE49-F238E27FC236}">
                <a16:creationId xmlns:a16="http://schemas.microsoft.com/office/drawing/2014/main" id="{3BDD5ADA-2B3D-4748-845E-E3F566191AEB}"/>
              </a:ext>
            </a:extLst>
          </p:cNvPr>
          <p:cNvSpPr>
            <a:spLocks xmlns:a="http://schemas.openxmlformats.org/drawingml/2006/main" noGrp="1"/>
          </p:cNvSpPr>
          <p:nvPr/>
        </p:nvSpPr>
        <p:spPr>
          <a:xfrm xmlns:a="http://schemas.openxmlformats.org/drawingml/2006/main">
            <a:off x="7620000" y="5619750"/>
            <a:ext cx="12573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Clock &amp; reset</a:t>
            </a:r>
          </a:p>
        </p:txBody>
      </p:sp>
      <p:sp>
        <p:nvSpPr>
          <p:cNvPr id="100" name="">
            <a:extLst xmlns:a="http://schemas.openxmlformats.org/drawingml/2006/main">
              <a:ext uri="{FF2B5EF4-FFF2-40B4-BE49-F238E27FC236}">
                <a16:creationId xmlns:a16="http://schemas.microsoft.com/office/drawing/2014/main" id="{C1920DA3-9C88-4972-BBE9-5B0C52FDF779}"/>
              </a:ext>
            </a:extLst>
          </p:cNvPr>
          <p:cNvSpPr>
            <a:spLocks xmlns:a="http://schemas.openxmlformats.org/drawingml/2006/main" noGrp="1"/>
          </p:cNvSpPr>
          <p:nvPr/>
        </p:nvSpPr>
        <p:spPr>
          <a:xfrm xmlns:a="http://schemas.openxmlformats.org/drawingml/2006/main">
            <a:off x="8953500" y="5638800"/>
            <a:ext cx="2209800" cy="1905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3BDEF293-E541-46EC-9D1A-8FDE4F2504BE}"/>
              </a:ext>
            </a:extLst>
          </p:cNvPr>
          <p:cNvSpPr>
            <a:spLocks xmlns:a="http://schemas.openxmlformats.org/drawingml/2006/main" noGrp="1"/>
          </p:cNvSpPr>
          <p:nvPr/>
        </p:nvSpPr>
        <p:spPr>
          <a:xfrm xmlns:a="http://schemas.openxmlformats.org/drawingml/2006/main">
            <a:off x="8953500" y="5638800"/>
            <a:ext cx="631371" cy="1905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D289A8DB-5C8F-48EC-9EB8-801BD53B10E8}"/>
              </a:ext>
            </a:extLst>
          </p:cNvPr>
          <p:cNvSpPr>
            <a:spLocks xmlns:a="http://schemas.openxmlformats.org/drawingml/2006/main" noGrp="1"/>
          </p:cNvSpPr>
          <p:nvPr/>
        </p:nvSpPr>
        <p:spPr>
          <a:xfrm xmlns:a="http://schemas.openxmlformats.org/drawingml/2006/main">
            <a:off x="11239500" y="5600700"/>
            <a:ext cx="381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Georgia"/>
                <a:ea typeface="Georgia"/>
                <a:cs typeface="Georgia"/>
              </a:defRPr>
            </a:pPr>
            <a:r>
              <a:t>2</a:t>
            </a:r>
          </a:p>
        </p:txBody>
      </p:sp>
      <p:sp>
        <p:nvSpPr>
          <p:cNvPr id="103" name="">
            <a:extLst xmlns:a="http://schemas.openxmlformats.org/drawingml/2006/main">
              <a:ext uri="{FF2B5EF4-FFF2-40B4-BE49-F238E27FC236}">
                <a16:creationId xmlns:a16="http://schemas.microsoft.com/office/drawing/2014/main" id="{CEB17D45-B81F-4154-8827-D6D2A362A487}"/>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§3, §3.1 pins by function.</a:t>
            </a:r>
          </a:p>
        </p:txBody>
      </p:sp>
    </p:spTree>
    <p:extLst>
      <p:ext uri="{BB962C8B-B14F-4D97-AF65-F5344CB8AC3E}">
        <p14:creationId xmlns:p14="http://schemas.microsoft.com/office/powerpoint/2010/main" val="179435198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94" name="">
            <a:extLst xmlns:a="http://schemas.openxmlformats.org/drawingml/2006/main">
              <a:ext uri="{FF2B5EF4-FFF2-40B4-BE49-F238E27FC236}">
                <a16:creationId xmlns:a16="http://schemas.microsoft.com/office/drawing/2014/main" id="{DC5753AE-9145-45C6-8429-A122BC49ED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B73B15-F469-4ED9-9FD6-12DC9BE29855}"/>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05 · PIN PLACEMENT</a:t>
            </a:r>
          </a:p>
        </p:txBody>
      </p:sp>
      <p:sp>
        <p:nvSpPr>
          <p:cNvPr id="3" name="">
            <a:extLst xmlns:a="http://schemas.openxmlformats.org/drawingml/2006/main">
              <a:ext uri="{FF2B5EF4-FFF2-40B4-BE49-F238E27FC236}">
                <a16:creationId xmlns:a16="http://schemas.microsoft.com/office/drawing/2014/main" id="{E4BD873F-A343-489D-B33C-E8ACC80795CF}"/>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Each side of the package groups related signals</a:t>
            </a:r>
          </a:p>
        </p:txBody>
      </p:sp>
      <p:sp>
        <p:nvSpPr>
          <p:cNvPr id="4" name="">
            <a:extLst xmlns:a="http://schemas.openxmlformats.org/drawingml/2006/main">
              <a:ext uri="{FF2B5EF4-FFF2-40B4-BE49-F238E27FC236}">
                <a16:creationId xmlns:a16="http://schemas.microsoft.com/office/drawing/2014/main" id="{03DD7D31-847C-4020-A2DF-AEE8B41E0AF8}"/>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Supplies and grounds sit between the groups on every side; pin 1 is upper left, numbered counter-clockwise</a:t>
            </a:r>
          </a:p>
        </p:txBody>
      </p:sp>
      <p:sp>
        <p:nvSpPr>
          <p:cNvPr id="5" name="">
            <a:extLst xmlns:a="http://schemas.openxmlformats.org/drawingml/2006/main">
              <a:ext uri="{FF2B5EF4-FFF2-40B4-BE49-F238E27FC236}">
                <a16:creationId xmlns:a16="http://schemas.microsoft.com/office/drawing/2014/main" id="{4AE9F0CB-FB04-4760-825F-BF94AE278E6B}"/>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2568F0-5B33-4C1E-95E7-9A47E8397C3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E46EC9C-9AC6-4BFF-9EDB-2E6DF097B171}"/>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29B78115-F20B-4B98-90B3-2FC1579C296D}"/>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05</a:t>
            </a:r>
          </a:p>
        </p:txBody>
      </p:sp>
      <p:sp>
        <p:nvSpPr>
          <p:cNvPr id="9" name="">
            <a:extLst xmlns:a="http://schemas.openxmlformats.org/drawingml/2006/main">
              <a:ext uri="{FF2B5EF4-FFF2-40B4-BE49-F238E27FC236}">
                <a16:creationId xmlns:a16="http://schemas.microsoft.com/office/drawing/2014/main" id="{82F0A7B4-A351-4D89-A367-EC83B651F1FC}"/>
              </a:ext>
            </a:extLst>
          </p:cNvPr>
          <p:cNvSpPr>
            <a:spLocks xmlns:a="http://schemas.openxmlformats.org/drawingml/2006/main" noGrp="1"/>
          </p:cNvSpPr>
          <p:nvPr/>
        </p:nvSpPr>
        <p:spPr>
          <a:xfrm xmlns:a="http://schemas.openxmlformats.org/drawingml/2006/main">
            <a:off x="4762500" y="2571750"/>
            <a:ext cx="2667000" cy="2667000"/>
          </a:xfrm>
          <a:prstGeom xmlns:a="http://schemas.openxmlformats.org/drawingml/2006/main" prst="rect">
            <a:avLst/>
          </a:prstGeom>
          <a:solidFill xmlns:a="http://schemas.openxmlformats.org/drawingml/2006/main">
            <a:srgbClr val="0A1628"/>
          </a:solidFill>
          <a:ln xmlns:a="http://schemas.openxmlformats.org/drawingml/2006/main" w="19050">
            <a:solidFill>
              <a:srgbClr val="1E293B"/>
            </a:solidFill>
            <a:prstDash val="solid"/>
          </a:ln>
        </p:spPr>
      </p:sp>
      <p:sp>
        <p:nvSpPr>
          <p:cNvPr id="10" name="">
            <a:extLst xmlns:a="http://schemas.openxmlformats.org/drawingml/2006/main">
              <a:ext uri="{FF2B5EF4-FFF2-40B4-BE49-F238E27FC236}">
                <a16:creationId xmlns:a16="http://schemas.microsoft.com/office/drawing/2014/main" id="{B720A707-6770-43A6-AC59-94B91D19EADF}"/>
              </a:ext>
            </a:extLst>
          </p:cNvPr>
          <p:cNvSpPr>
            <a:spLocks xmlns:a="http://schemas.openxmlformats.org/drawingml/2006/main" noGrp="1"/>
          </p:cNvSpPr>
          <p:nvPr/>
        </p:nvSpPr>
        <p:spPr>
          <a:xfrm xmlns:a="http://schemas.openxmlformats.org/drawingml/2006/main">
            <a:off x="4914900" y="27241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5AD712-790B-494A-B1B0-B375A35B0F39}"/>
              </a:ext>
            </a:extLst>
          </p:cNvPr>
          <p:cNvSpPr>
            <a:spLocks xmlns:a="http://schemas.openxmlformats.org/drawingml/2006/main" noGrp="1"/>
          </p:cNvSpPr>
          <p:nvPr/>
        </p:nvSpPr>
        <p:spPr>
          <a:xfrm xmlns:a="http://schemas.openxmlformats.org/drawingml/2006/main">
            <a:off x="4629150" y="27241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B55C0CE-10E0-4372-8648-68211F62B55E}"/>
              </a:ext>
            </a:extLst>
          </p:cNvPr>
          <p:cNvSpPr>
            <a:spLocks xmlns:a="http://schemas.openxmlformats.org/drawingml/2006/main" noGrp="1"/>
          </p:cNvSpPr>
          <p:nvPr/>
        </p:nvSpPr>
        <p:spPr>
          <a:xfrm xmlns:a="http://schemas.openxmlformats.org/drawingml/2006/main">
            <a:off x="49149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72A33BA-75C7-4C18-9D45-97E7FCF7B0B5}"/>
              </a:ext>
            </a:extLst>
          </p:cNvPr>
          <p:cNvSpPr>
            <a:spLocks xmlns:a="http://schemas.openxmlformats.org/drawingml/2006/main" noGrp="1"/>
          </p:cNvSpPr>
          <p:nvPr/>
        </p:nvSpPr>
        <p:spPr>
          <a:xfrm xmlns:a="http://schemas.openxmlformats.org/drawingml/2006/main">
            <a:off x="7448550" y="27241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73A1374-5F17-4DED-B906-C6406AE825D4}"/>
              </a:ext>
            </a:extLst>
          </p:cNvPr>
          <p:cNvSpPr>
            <a:spLocks xmlns:a="http://schemas.openxmlformats.org/drawingml/2006/main" noGrp="1"/>
          </p:cNvSpPr>
          <p:nvPr/>
        </p:nvSpPr>
        <p:spPr>
          <a:xfrm xmlns:a="http://schemas.openxmlformats.org/drawingml/2006/main">
            <a:off x="49149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6EF162-BDB9-45BE-BBF9-CC7B135C04BB}"/>
              </a:ext>
            </a:extLst>
          </p:cNvPr>
          <p:cNvSpPr>
            <a:spLocks xmlns:a="http://schemas.openxmlformats.org/drawingml/2006/main" noGrp="1"/>
          </p:cNvSpPr>
          <p:nvPr/>
        </p:nvSpPr>
        <p:spPr>
          <a:xfrm xmlns:a="http://schemas.openxmlformats.org/drawingml/2006/main">
            <a:off x="4629150" y="28765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15DAD70-829D-42C5-BE1B-D4B6EA31480F}"/>
              </a:ext>
            </a:extLst>
          </p:cNvPr>
          <p:cNvSpPr>
            <a:spLocks xmlns:a="http://schemas.openxmlformats.org/drawingml/2006/main" noGrp="1"/>
          </p:cNvSpPr>
          <p:nvPr/>
        </p:nvSpPr>
        <p:spPr>
          <a:xfrm xmlns:a="http://schemas.openxmlformats.org/drawingml/2006/main">
            <a:off x="50673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9D8B79E-4033-4C2A-B3C4-93D5764C1935}"/>
              </a:ext>
            </a:extLst>
          </p:cNvPr>
          <p:cNvSpPr>
            <a:spLocks xmlns:a="http://schemas.openxmlformats.org/drawingml/2006/main" noGrp="1"/>
          </p:cNvSpPr>
          <p:nvPr/>
        </p:nvSpPr>
        <p:spPr>
          <a:xfrm xmlns:a="http://schemas.openxmlformats.org/drawingml/2006/main">
            <a:off x="7448550" y="28765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6F82EE3-37FA-42F4-9249-7041AE4C2239}"/>
              </a:ext>
            </a:extLst>
          </p:cNvPr>
          <p:cNvSpPr>
            <a:spLocks xmlns:a="http://schemas.openxmlformats.org/drawingml/2006/main" noGrp="1"/>
          </p:cNvSpPr>
          <p:nvPr/>
        </p:nvSpPr>
        <p:spPr>
          <a:xfrm xmlns:a="http://schemas.openxmlformats.org/drawingml/2006/main">
            <a:off x="50673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99E05AC-D063-4450-BE48-FF8BDAFFABC8}"/>
              </a:ext>
            </a:extLst>
          </p:cNvPr>
          <p:cNvSpPr>
            <a:spLocks xmlns:a="http://schemas.openxmlformats.org/drawingml/2006/main" noGrp="1"/>
          </p:cNvSpPr>
          <p:nvPr/>
        </p:nvSpPr>
        <p:spPr>
          <a:xfrm xmlns:a="http://schemas.openxmlformats.org/drawingml/2006/main">
            <a:off x="4629150" y="30289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05FFB1-9E71-4771-9276-BAD2FC3AAEA6}"/>
              </a:ext>
            </a:extLst>
          </p:cNvPr>
          <p:cNvSpPr>
            <a:spLocks xmlns:a="http://schemas.openxmlformats.org/drawingml/2006/main" noGrp="1"/>
          </p:cNvSpPr>
          <p:nvPr/>
        </p:nvSpPr>
        <p:spPr>
          <a:xfrm xmlns:a="http://schemas.openxmlformats.org/drawingml/2006/main">
            <a:off x="52197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1AAB04E-E45E-44F0-ABDF-CECDCE0192E6}"/>
              </a:ext>
            </a:extLst>
          </p:cNvPr>
          <p:cNvSpPr>
            <a:spLocks xmlns:a="http://schemas.openxmlformats.org/drawingml/2006/main" noGrp="1"/>
          </p:cNvSpPr>
          <p:nvPr/>
        </p:nvSpPr>
        <p:spPr>
          <a:xfrm xmlns:a="http://schemas.openxmlformats.org/drawingml/2006/main">
            <a:off x="7448550" y="30289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EF2CD29-5699-4B12-8829-70FE07B66F68}"/>
              </a:ext>
            </a:extLst>
          </p:cNvPr>
          <p:cNvSpPr>
            <a:spLocks xmlns:a="http://schemas.openxmlformats.org/drawingml/2006/main" noGrp="1"/>
          </p:cNvSpPr>
          <p:nvPr/>
        </p:nvSpPr>
        <p:spPr>
          <a:xfrm xmlns:a="http://schemas.openxmlformats.org/drawingml/2006/main">
            <a:off x="52197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AFF7497-CDB0-4095-86DB-75CC06EBAAC3}"/>
              </a:ext>
            </a:extLst>
          </p:cNvPr>
          <p:cNvSpPr>
            <a:spLocks xmlns:a="http://schemas.openxmlformats.org/drawingml/2006/main" noGrp="1"/>
          </p:cNvSpPr>
          <p:nvPr/>
        </p:nvSpPr>
        <p:spPr>
          <a:xfrm xmlns:a="http://schemas.openxmlformats.org/drawingml/2006/main">
            <a:off x="4629150" y="31813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E42AECF-2E4E-4D2A-9BB3-99AE9D9E1B28}"/>
              </a:ext>
            </a:extLst>
          </p:cNvPr>
          <p:cNvSpPr>
            <a:spLocks xmlns:a="http://schemas.openxmlformats.org/drawingml/2006/main" noGrp="1"/>
          </p:cNvSpPr>
          <p:nvPr/>
        </p:nvSpPr>
        <p:spPr>
          <a:xfrm xmlns:a="http://schemas.openxmlformats.org/drawingml/2006/main">
            <a:off x="53721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9713ECE-FA6A-4571-AFD5-3002F4E52038}"/>
              </a:ext>
            </a:extLst>
          </p:cNvPr>
          <p:cNvSpPr>
            <a:spLocks xmlns:a="http://schemas.openxmlformats.org/drawingml/2006/main" noGrp="1"/>
          </p:cNvSpPr>
          <p:nvPr/>
        </p:nvSpPr>
        <p:spPr>
          <a:xfrm xmlns:a="http://schemas.openxmlformats.org/drawingml/2006/main">
            <a:off x="7448550" y="31813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A616139-3D32-44BA-88C1-83E9AA297701}"/>
              </a:ext>
            </a:extLst>
          </p:cNvPr>
          <p:cNvSpPr>
            <a:spLocks xmlns:a="http://schemas.openxmlformats.org/drawingml/2006/main" noGrp="1"/>
          </p:cNvSpPr>
          <p:nvPr/>
        </p:nvSpPr>
        <p:spPr>
          <a:xfrm xmlns:a="http://schemas.openxmlformats.org/drawingml/2006/main">
            <a:off x="53721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8B18347-B067-40BA-A00F-25D6F6F696F0}"/>
              </a:ext>
            </a:extLst>
          </p:cNvPr>
          <p:cNvSpPr>
            <a:spLocks xmlns:a="http://schemas.openxmlformats.org/drawingml/2006/main" noGrp="1"/>
          </p:cNvSpPr>
          <p:nvPr/>
        </p:nvSpPr>
        <p:spPr>
          <a:xfrm xmlns:a="http://schemas.openxmlformats.org/drawingml/2006/main">
            <a:off x="4629150" y="33337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BD777DF-23F6-4B34-A2D0-C7AB1A83EDA9}"/>
              </a:ext>
            </a:extLst>
          </p:cNvPr>
          <p:cNvSpPr>
            <a:spLocks xmlns:a="http://schemas.openxmlformats.org/drawingml/2006/main" noGrp="1"/>
          </p:cNvSpPr>
          <p:nvPr/>
        </p:nvSpPr>
        <p:spPr>
          <a:xfrm xmlns:a="http://schemas.openxmlformats.org/drawingml/2006/main">
            <a:off x="55245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E531D25-4FFA-46C7-8DC6-F4ED786AD50F}"/>
              </a:ext>
            </a:extLst>
          </p:cNvPr>
          <p:cNvSpPr>
            <a:spLocks xmlns:a="http://schemas.openxmlformats.org/drawingml/2006/main" noGrp="1"/>
          </p:cNvSpPr>
          <p:nvPr/>
        </p:nvSpPr>
        <p:spPr>
          <a:xfrm xmlns:a="http://schemas.openxmlformats.org/drawingml/2006/main">
            <a:off x="7448550" y="33337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D3FD839-EF18-47F5-BB2A-C73BAD0F9C6E}"/>
              </a:ext>
            </a:extLst>
          </p:cNvPr>
          <p:cNvSpPr>
            <a:spLocks xmlns:a="http://schemas.openxmlformats.org/drawingml/2006/main" noGrp="1"/>
          </p:cNvSpPr>
          <p:nvPr/>
        </p:nvSpPr>
        <p:spPr>
          <a:xfrm xmlns:a="http://schemas.openxmlformats.org/drawingml/2006/main">
            <a:off x="55245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671D344-5856-4CBD-94D2-5158A154059E}"/>
              </a:ext>
            </a:extLst>
          </p:cNvPr>
          <p:cNvSpPr>
            <a:spLocks xmlns:a="http://schemas.openxmlformats.org/drawingml/2006/main" noGrp="1"/>
          </p:cNvSpPr>
          <p:nvPr/>
        </p:nvSpPr>
        <p:spPr>
          <a:xfrm xmlns:a="http://schemas.openxmlformats.org/drawingml/2006/main">
            <a:off x="4629150" y="34861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F4AB8B1-69F1-43C6-9370-F07B172481EE}"/>
              </a:ext>
            </a:extLst>
          </p:cNvPr>
          <p:cNvSpPr>
            <a:spLocks xmlns:a="http://schemas.openxmlformats.org/drawingml/2006/main" noGrp="1"/>
          </p:cNvSpPr>
          <p:nvPr/>
        </p:nvSpPr>
        <p:spPr>
          <a:xfrm xmlns:a="http://schemas.openxmlformats.org/drawingml/2006/main">
            <a:off x="56769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810FE6B-2613-4DA2-B4C4-2A6C065B13DD}"/>
              </a:ext>
            </a:extLst>
          </p:cNvPr>
          <p:cNvSpPr>
            <a:spLocks xmlns:a="http://schemas.openxmlformats.org/drawingml/2006/main" noGrp="1"/>
          </p:cNvSpPr>
          <p:nvPr/>
        </p:nvSpPr>
        <p:spPr>
          <a:xfrm xmlns:a="http://schemas.openxmlformats.org/drawingml/2006/main">
            <a:off x="7448550" y="34861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2E03BE3-8414-429B-9927-F4584E40644D}"/>
              </a:ext>
            </a:extLst>
          </p:cNvPr>
          <p:cNvSpPr>
            <a:spLocks xmlns:a="http://schemas.openxmlformats.org/drawingml/2006/main" noGrp="1"/>
          </p:cNvSpPr>
          <p:nvPr/>
        </p:nvSpPr>
        <p:spPr>
          <a:xfrm xmlns:a="http://schemas.openxmlformats.org/drawingml/2006/main">
            <a:off x="56769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8907941-7F2B-4C3D-82F3-D2390DFA689A}"/>
              </a:ext>
            </a:extLst>
          </p:cNvPr>
          <p:cNvSpPr>
            <a:spLocks xmlns:a="http://schemas.openxmlformats.org/drawingml/2006/main" noGrp="1"/>
          </p:cNvSpPr>
          <p:nvPr/>
        </p:nvSpPr>
        <p:spPr>
          <a:xfrm xmlns:a="http://schemas.openxmlformats.org/drawingml/2006/main">
            <a:off x="4629150" y="36385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C26CDFC-8A20-4D76-B415-268942EE52FF}"/>
              </a:ext>
            </a:extLst>
          </p:cNvPr>
          <p:cNvSpPr>
            <a:spLocks xmlns:a="http://schemas.openxmlformats.org/drawingml/2006/main" noGrp="1"/>
          </p:cNvSpPr>
          <p:nvPr/>
        </p:nvSpPr>
        <p:spPr>
          <a:xfrm xmlns:a="http://schemas.openxmlformats.org/drawingml/2006/main">
            <a:off x="58293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C0FA203-FC95-41B2-99F6-702966AC0A6E}"/>
              </a:ext>
            </a:extLst>
          </p:cNvPr>
          <p:cNvSpPr>
            <a:spLocks xmlns:a="http://schemas.openxmlformats.org/drawingml/2006/main" noGrp="1"/>
          </p:cNvSpPr>
          <p:nvPr/>
        </p:nvSpPr>
        <p:spPr>
          <a:xfrm xmlns:a="http://schemas.openxmlformats.org/drawingml/2006/main">
            <a:off x="7448550" y="36385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ABFD889-94CC-4C74-BDA2-1F918D5913E0}"/>
              </a:ext>
            </a:extLst>
          </p:cNvPr>
          <p:cNvSpPr>
            <a:spLocks xmlns:a="http://schemas.openxmlformats.org/drawingml/2006/main" noGrp="1"/>
          </p:cNvSpPr>
          <p:nvPr/>
        </p:nvSpPr>
        <p:spPr>
          <a:xfrm xmlns:a="http://schemas.openxmlformats.org/drawingml/2006/main">
            <a:off x="58293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5678CFF-5D50-4CE2-B039-C30720356FE8}"/>
              </a:ext>
            </a:extLst>
          </p:cNvPr>
          <p:cNvSpPr>
            <a:spLocks xmlns:a="http://schemas.openxmlformats.org/drawingml/2006/main" noGrp="1"/>
          </p:cNvSpPr>
          <p:nvPr/>
        </p:nvSpPr>
        <p:spPr>
          <a:xfrm xmlns:a="http://schemas.openxmlformats.org/drawingml/2006/main">
            <a:off x="4629150" y="37909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0E127BC-A12B-4BC2-98C0-E9C9202DCA65}"/>
              </a:ext>
            </a:extLst>
          </p:cNvPr>
          <p:cNvSpPr>
            <a:spLocks xmlns:a="http://schemas.openxmlformats.org/drawingml/2006/main" noGrp="1"/>
          </p:cNvSpPr>
          <p:nvPr/>
        </p:nvSpPr>
        <p:spPr>
          <a:xfrm xmlns:a="http://schemas.openxmlformats.org/drawingml/2006/main">
            <a:off x="59817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711C95C-86F3-4420-B5D1-57D1400C42A2}"/>
              </a:ext>
            </a:extLst>
          </p:cNvPr>
          <p:cNvSpPr>
            <a:spLocks xmlns:a="http://schemas.openxmlformats.org/drawingml/2006/main" noGrp="1"/>
          </p:cNvSpPr>
          <p:nvPr/>
        </p:nvSpPr>
        <p:spPr>
          <a:xfrm xmlns:a="http://schemas.openxmlformats.org/drawingml/2006/main">
            <a:off x="7448550" y="37909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BABE4A9-AE69-43D8-A190-BDE46780DBF9}"/>
              </a:ext>
            </a:extLst>
          </p:cNvPr>
          <p:cNvSpPr>
            <a:spLocks xmlns:a="http://schemas.openxmlformats.org/drawingml/2006/main" noGrp="1"/>
          </p:cNvSpPr>
          <p:nvPr/>
        </p:nvSpPr>
        <p:spPr>
          <a:xfrm xmlns:a="http://schemas.openxmlformats.org/drawingml/2006/main">
            <a:off x="59817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0EB2A2C-FEAB-4E64-AB0C-B948DA6A189D}"/>
              </a:ext>
            </a:extLst>
          </p:cNvPr>
          <p:cNvSpPr>
            <a:spLocks xmlns:a="http://schemas.openxmlformats.org/drawingml/2006/main" noGrp="1"/>
          </p:cNvSpPr>
          <p:nvPr/>
        </p:nvSpPr>
        <p:spPr>
          <a:xfrm xmlns:a="http://schemas.openxmlformats.org/drawingml/2006/main">
            <a:off x="4629150" y="39433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04D1B04-D7F8-4279-90F1-55F6022EF482}"/>
              </a:ext>
            </a:extLst>
          </p:cNvPr>
          <p:cNvSpPr>
            <a:spLocks xmlns:a="http://schemas.openxmlformats.org/drawingml/2006/main" noGrp="1"/>
          </p:cNvSpPr>
          <p:nvPr/>
        </p:nvSpPr>
        <p:spPr>
          <a:xfrm xmlns:a="http://schemas.openxmlformats.org/drawingml/2006/main">
            <a:off x="61341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E8C4324-BB6B-43FD-8FE9-EAAB11CF9010}"/>
              </a:ext>
            </a:extLst>
          </p:cNvPr>
          <p:cNvSpPr>
            <a:spLocks xmlns:a="http://schemas.openxmlformats.org/drawingml/2006/main" noGrp="1"/>
          </p:cNvSpPr>
          <p:nvPr/>
        </p:nvSpPr>
        <p:spPr>
          <a:xfrm xmlns:a="http://schemas.openxmlformats.org/drawingml/2006/main">
            <a:off x="7448550" y="39433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08DECC0-AB22-4AD1-83CB-6EA53D1F5EAF}"/>
              </a:ext>
            </a:extLst>
          </p:cNvPr>
          <p:cNvSpPr>
            <a:spLocks xmlns:a="http://schemas.openxmlformats.org/drawingml/2006/main" noGrp="1"/>
          </p:cNvSpPr>
          <p:nvPr/>
        </p:nvSpPr>
        <p:spPr>
          <a:xfrm xmlns:a="http://schemas.openxmlformats.org/drawingml/2006/main">
            <a:off x="61341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EE0202D-B01D-4AA9-AB1B-E46C07DD557D}"/>
              </a:ext>
            </a:extLst>
          </p:cNvPr>
          <p:cNvSpPr>
            <a:spLocks xmlns:a="http://schemas.openxmlformats.org/drawingml/2006/main" noGrp="1"/>
          </p:cNvSpPr>
          <p:nvPr/>
        </p:nvSpPr>
        <p:spPr>
          <a:xfrm xmlns:a="http://schemas.openxmlformats.org/drawingml/2006/main">
            <a:off x="4629150" y="40957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5635DC9-7920-4EF9-8519-9E112AE8AEDB}"/>
              </a:ext>
            </a:extLst>
          </p:cNvPr>
          <p:cNvSpPr>
            <a:spLocks xmlns:a="http://schemas.openxmlformats.org/drawingml/2006/main" noGrp="1"/>
          </p:cNvSpPr>
          <p:nvPr/>
        </p:nvSpPr>
        <p:spPr>
          <a:xfrm xmlns:a="http://schemas.openxmlformats.org/drawingml/2006/main">
            <a:off x="62865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A2223F86-81EF-4B2E-AF39-C00D80AC5AF1}"/>
              </a:ext>
            </a:extLst>
          </p:cNvPr>
          <p:cNvSpPr>
            <a:spLocks xmlns:a="http://schemas.openxmlformats.org/drawingml/2006/main" noGrp="1"/>
          </p:cNvSpPr>
          <p:nvPr/>
        </p:nvSpPr>
        <p:spPr>
          <a:xfrm xmlns:a="http://schemas.openxmlformats.org/drawingml/2006/main">
            <a:off x="7448550" y="40957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F6133ED-0E5E-4B78-8456-AB8F2C90A843}"/>
              </a:ext>
            </a:extLst>
          </p:cNvPr>
          <p:cNvSpPr>
            <a:spLocks xmlns:a="http://schemas.openxmlformats.org/drawingml/2006/main" noGrp="1"/>
          </p:cNvSpPr>
          <p:nvPr/>
        </p:nvSpPr>
        <p:spPr>
          <a:xfrm xmlns:a="http://schemas.openxmlformats.org/drawingml/2006/main">
            <a:off x="62865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010B70D2-C5E2-4F4E-8D14-5424C5718800}"/>
              </a:ext>
            </a:extLst>
          </p:cNvPr>
          <p:cNvSpPr>
            <a:spLocks xmlns:a="http://schemas.openxmlformats.org/drawingml/2006/main" noGrp="1"/>
          </p:cNvSpPr>
          <p:nvPr/>
        </p:nvSpPr>
        <p:spPr>
          <a:xfrm xmlns:a="http://schemas.openxmlformats.org/drawingml/2006/main">
            <a:off x="4629150" y="42481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3B2E7E0-85FF-473E-9EA1-872FF265A20A}"/>
              </a:ext>
            </a:extLst>
          </p:cNvPr>
          <p:cNvSpPr>
            <a:spLocks xmlns:a="http://schemas.openxmlformats.org/drawingml/2006/main" noGrp="1"/>
          </p:cNvSpPr>
          <p:nvPr/>
        </p:nvSpPr>
        <p:spPr>
          <a:xfrm xmlns:a="http://schemas.openxmlformats.org/drawingml/2006/main">
            <a:off x="64389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B5763A5-81BE-458F-8E05-00ED5AAE8DD9}"/>
              </a:ext>
            </a:extLst>
          </p:cNvPr>
          <p:cNvSpPr>
            <a:spLocks xmlns:a="http://schemas.openxmlformats.org/drawingml/2006/main" noGrp="1"/>
          </p:cNvSpPr>
          <p:nvPr/>
        </p:nvSpPr>
        <p:spPr>
          <a:xfrm xmlns:a="http://schemas.openxmlformats.org/drawingml/2006/main">
            <a:off x="7448550" y="42481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BDFF07EF-878E-4A3A-8423-4BBE6AD10869}"/>
              </a:ext>
            </a:extLst>
          </p:cNvPr>
          <p:cNvSpPr>
            <a:spLocks xmlns:a="http://schemas.openxmlformats.org/drawingml/2006/main" noGrp="1"/>
          </p:cNvSpPr>
          <p:nvPr/>
        </p:nvSpPr>
        <p:spPr>
          <a:xfrm xmlns:a="http://schemas.openxmlformats.org/drawingml/2006/main">
            <a:off x="64389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1E22DF6C-1795-4984-8325-8EB8D5E75CE2}"/>
              </a:ext>
            </a:extLst>
          </p:cNvPr>
          <p:cNvSpPr>
            <a:spLocks xmlns:a="http://schemas.openxmlformats.org/drawingml/2006/main" noGrp="1"/>
          </p:cNvSpPr>
          <p:nvPr/>
        </p:nvSpPr>
        <p:spPr>
          <a:xfrm xmlns:a="http://schemas.openxmlformats.org/drawingml/2006/main">
            <a:off x="4629150" y="44005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3E5BC582-8DA1-4A26-AEBE-74E4F5CEB2FB}"/>
              </a:ext>
            </a:extLst>
          </p:cNvPr>
          <p:cNvSpPr>
            <a:spLocks xmlns:a="http://schemas.openxmlformats.org/drawingml/2006/main" noGrp="1"/>
          </p:cNvSpPr>
          <p:nvPr/>
        </p:nvSpPr>
        <p:spPr>
          <a:xfrm xmlns:a="http://schemas.openxmlformats.org/drawingml/2006/main">
            <a:off x="65913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409B06F1-7BE9-49D7-A8CB-762A92756D8D}"/>
              </a:ext>
            </a:extLst>
          </p:cNvPr>
          <p:cNvSpPr>
            <a:spLocks xmlns:a="http://schemas.openxmlformats.org/drawingml/2006/main" noGrp="1"/>
          </p:cNvSpPr>
          <p:nvPr/>
        </p:nvSpPr>
        <p:spPr>
          <a:xfrm xmlns:a="http://schemas.openxmlformats.org/drawingml/2006/main">
            <a:off x="7448550" y="44005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B74609E-27E4-4C55-8562-8C6EED73B4DC}"/>
              </a:ext>
            </a:extLst>
          </p:cNvPr>
          <p:cNvSpPr>
            <a:spLocks xmlns:a="http://schemas.openxmlformats.org/drawingml/2006/main" noGrp="1"/>
          </p:cNvSpPr>
          <p:nvPr/>
        </p:nvSpPr>
        <p:spPr>
          <a:xfrm xmlns:a="http://schemas.openxmlformats.org/drawingml/2006/main">
            <a:off x="65913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E7EE4F68-6791-4437-A8C9-4AC5B22CB7CF}"/>
              </a:ext>
            </a:extLst>
          </p:cNvPr>
          <p:cNvSpPr>
            <a:spLocks xmlns:a="http://schemas.openxmlformats.org/drawingml/2006/main" noGrp="1"/>
          </p:cNvSpPr>
          <p:nvPr/>
        </p:nvSpPr>
        <p:spPr>
          <a:xfrm xmlns:a="http://schemas.openxmlformats.org/drawingml/2006/main">
            <a:off x="4629150" y="45529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0D32B360-9609-4F2C-8FC8-6288625E45DD}"/>
              </a:ext>
            </a:extLst>
          </p:cNvPr>
          <p:cNvSpPr>
            <a:spLocks xmlns:a="http://schemas.openxmlformats.org/drawingml/2006/main" noGrp="1"/>
          </p:cNvSpPr>
          <p:nvPr/>
        </p:nvSpPr>
        <p:spPr>
          <a:xfrm xmlns:a="http://schemas.openxmlformats.org/drawingml/2006/main">
            <a:off x="67437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245031C5-F4E1-4595-BB19-9927E1E27F11}"/>
              </a:ext>
            </a:extLst>
          </p:cNvPr>
          <p:cNvSpPr>
            <a:spLocks xmlns:a="http://schemas.openxmlformats.org/drawingml/2006/main" noGrp="1"/>
          </p:cNvSpPr>
          <p:nvPr/>
        </p:nvSpPr>
        <p:spPr>
          <a:xfrm xmlns:a="http://schemas.openxmlformats.org/drawingml/2006/main">
            <a:off x="7448550" y="45529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4A65CF45-CED8-4345-AF65-125304AE83DB}"/>
              </a:ext>
            </a:extLst>
          </p:cNvPr>
          <p:cNvSpPr>
            <a:spLocks xmlns:a="http://schemas.openxmlformats.org/drawingml/2006/main" noGrp="1"/>
          </p:cNvSpPr>
          <p:nvPr/>
        </p:nvSpPr>
        <p:spPr>
          <a:xfrm xmlns:a="http://schemas.openxmlformats.org/drawingml/2006/main">
            <a:off x="67437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257FAC01-10E0-4783-AE0E-28E54A2F6867}"/>
              </a:ext>
            </a:extLst>
          </p:cNvPr>
          <p:cNvSpPr>
            <a:spLocks xmlns:a="http://schemas.openxmlformats.org/drawingml/2006/main" noGrp="1"/>
          </p:cNvSpPr>
          <p:nvPr/>
        </p:nvSpPr>
        <p:spPr>
          <a:xfrm xmlns:a="http://schemas.openxmlformats.org/drawingml/2006/main">
            <a:off x="4629150" y="47053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9C9F7C66-644F-4D51-BE7A-B35122875592}"/>
              </a:ext>
            </a:extLst>
          </p:cNvPr>
          <p:cNvSpPr>
            <a:spLocks xmlns:a="http://schemas.openxmlformats.org/drawingml/2006/main" noGrp="1"/>
          </p:cNvSpPr>
          <p:nvPr/>
        </p:nvSpPr>
        <p:spPr>
          <a:xfrm xmlns:a="http://schemas.openxmlformats.org/drawingml/2006/main">
            <a:off x="68961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DA632C18-F8FE-4204-8F93-6E6C98E81B6E}"/>
              </a:ext>
            </a:extLst>
          </p:cNvPr>
          <p:cNvSpPr>
            <a:spLocks xmlns:a="http://schemas.openxmlformats.org/drawingml/2006/main" noGrp="1"/>
          </p:cNvSpPr>
          <p:nvPr/>
        </p:nvSpPr>
        <p:spPr>
          <a:xfrm xmlns:a="http://schemas.openxmlformats.org/drawingml/2006/main">
            <a:off x="7448550" y="47053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704DB24B-FC69-4C69-9D0F-188E8A7D53D0}"/>
              </a:ext>
            </a:extLst>
          </p:cNvPr>
          <p:cNvSpPr>
            <a:spLocks xmlns:a="http://schemas.openxmlformats.org/drawingml/2006/main" noGrp="1"/>
          </p:cNvSpPr>
          <p:nvPr/>
        </p:nvSpPr>
        <p:spPr>
          <a:xfrm xmlns:a="http://schemas.openxmlformats.org/drawingml/2006/main">
            <a:off x="68961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90A0F18A-2351-4B5C-833D-071ABC1055E9}"/>
              </a:ext>
            </a:extLst>
          </p:cNvPr>
          <p:cNvSpPr>
            <a:spLocks xmlns:a="http://schemas.openxmlformats.org/drawingml/2006/main" noGrp="1"/>
          </p:cNvSpPr>
          <p:nvPr/>
        </p:nvSpPr>
        <p:spPr>
          <a:xfrm xmlns:a="http://schemas.openxmlformats.org/drawingml/2006/main">
            <a:off x="4629150" y="48577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AEA80438-703D-40E1-9B96-709CB1156C6E}"/>
              </a:ext>
            </a:extLst>
          </p:cNvPr>
          <p:cNvSpPr>
            <a:spLocks xmlns:a="http://schemas.openxmlformats.org/drawingml/2006/main" noGrp="1"/>
          </p:cNvSpPr>
          <p:nvPr/>
        </p:nvSpPr>
        <p:spPr>
          <a:xfrm xmlns:a="http://schemas.openxmlformats.org/drawingml/2006/main">
            <a:off x="70485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9942825F-E44C-4781-84C7-928B48B74D3B}"/>
              </a:ext>
            </a:extLst>
          </p:cNvPr>
          <p:cNvSpPr>
            <a:spLocks xmlns:a="http://schemas.openxmlformats.org/drawingml/2006/main" noGrp="1"/>
          </p:cNvSpPr>
          <p:nvPr/>
        </p:nvSpPr>
        <p:spPr>
          <a:xfrm xmlns:a="http://schemas.openxmlformats.org/drawingml/2006/main">
            <a:off x="7448550" y="48577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A2BB6717-DA8C-45CA-B7C8-727A1827BA6B}"/>
              </a:ext>
            </a:extLst>
          </p:cNvPr>
          <p:cNvSpPr>
            <a:spLocks xmlns:a="http://schemas.openxmlformats.org/drawingml/2006/main" noGrp="1"/>
          </p:cNvSpPr>
          <p:nvPr/>
        </p:nvSpPr>
        <p:spPr>
          <a:xfrm xmlns:a="http://schemas.openxmlformats.org/drawingml/2006/main">
            <a:off x="70485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6E6D1E0B-84F1-4851-B9B7-749CC30AE645}"/>
              </a:ext>
            </a:extLst>
          </p:cNvPr>
          <p:cNvSpPr>
            <a:spLocks xmlns:a="http://schemas.openxmlformats.org/drawingml/2006/main" noGrp="1"/>
          </p:cNvSpPr>
          <p:nvPr/>
        </p:nvSpPr>
        <p:spPr>
          <a:xfrm xmlns:a="http://schemas.openxmlformats.org/drawingml/2006/main">
            <a:off x="4629150" y="5010150"/>
            <a:ext cx="114300" cy="762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E943AB3F-204B-4A5C-82C5-CEEB14348E12}"/>
              </a:ext>
            </a:extLst>
          </p:cNvPr>
          <p:cNvSpPr>
            <a:spLocks xmlns:a="http://schemas.openxmlformats.org/drawingml/2006/main" noGrp="1"/>
          </p:cNvSpPr>
          <p:nvPr/>
        </p:nvSpPr>
        <p:spPr>
          <a:xfrm xmlns:a="http://schemas.openxmlformats.org/drawingml/2006/main">
            <a:off x="7200900" y="5257800"/>
            <a:ext cx="76200" cy="1143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FDD5C0EF-6F09-4013-9CCD-3A0A76991E58}"/>
              </a:ext>
            </a:extLst>
          </p:cNvPr>
          <p:cNvSpPr>
            <a:spLocks xmlns:a="http://schemas.openxmlformats.org/drawingml/2006/main" noGrp="1"/>
          </p:cNvSpPr>
          <p:nvPr/>
        </p:nvSpPr>
        <p:spPr>
          <a:xfrm xmlns:a="http://schemas.openxmlformats.org/drawingml/2006/main">
            <a:off x="7448550" y="5010150"/>
            <a:ext cx="114300" cy="762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323F0143-ABAA-4490-A328-2A40203C5226}"/>
              </a:ext>
            </a:extLst>
          </p:cNvPr>
          <p:cNvSpPr>
            <a:spLocks xmlns:a="http://schemas.openxmlformats.org/drawingml/2006/main" noGrp="1"/>
          </p:cNvSpPr>
          <p:nvPr/>
        </p:nvSpPr>
        <p:spPr>
          <a:xfrm xmlns:a="http://schemas.openxmlformats.org/drawingml/2006/main">
            <a:off x="7200900" y="2438400"/>
            <a:ext cx="76200" cy="1143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6AA80604-22EB-4497-BAE0-F7763EEA38BB}"/>
              </a:ext>
            </a:extLst>
          </p:cNvPr>
          <p:cNvSpPr>
            <a:spLocks xmlns:a="http://schemas.openxmlformats.org/drawingml/2006/main" noGrp="1"/>
          </p:cNvSpPr>
          <p:nvPr/>
        </p:nvSpPr>
        <p:spPr>
          <a:xfrm xmlns:a="http://schemas.openxmlformats.org/drawingml/2006/main">
            <a:off x="4762500" y="3600450"/>
            <a:ext cx="2667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FFFFFF"/>
                </a:solidFill>
                <a:latin typeface="Georgia"/>
                <a:ea typeface="Georgia"/>
                <a:cs typeface="Georgia"/>
              </a:defRPr>
            </a:pPr>
            <a:r>
              <a:t>DG32-LITE</a:t>
            </a:r>
          </a:p>
        </p:txBody>
      </p:sp>
      <p:sp>
        <p:nvSpPr>
          <p:cNvPr id="76" name="">
            <a:extLst xmlns:a="http://schemas.openxmlformats.org/drawingml/2006/main">
              <a:ext uri="{FF2B5EF4-FFF2-40B4-BE49-F238E27FC236}">
                <a16:creationId xmlns:a16="http://schemas.microsoft.com/office/drawing/2014/main" id="{7F48CA3E-487E-4CD5-8AED-EE428C18CE64}"/>
              </a:ext>
            </a:extLst>
          </p:cNvPr>
          <p:cNvSpPr>
            <a:spLocks xmlns:a="http://schemas.openxmlformats.org/drawingml/2006/main" noGrp="1"/>
          </p:cNvSpPr>
          <p:nvPr/>
        </p:nvSpPr>
        <p:spPr>
          <a:xfrm xmlns:a="http://schemas.openxmlformats.org/drawingml/2006/main">
            <a:off x="4762500" y="4000500"/>
            <a:ext cx="2667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QFN-64  ·  TOP VIEW  ·  PIN 1 ●</a:t>
            </a:r>
          </a:p>
        </p:txBody>
      </p:sp>
      <p:sp>
        <p:nvSpPr>
          <p:cNvPr id="77" name="">
            <a:extLst xmlns:a="http://schemas.openxmlformats.org/drawingml/2006/main">
              <a:ext uri="{FF2B5EF4-FFF2-40B4-BE49-F238E27FC236}">
                <a16:creationId xmlns:a16="http://schemas.microsoft.com/office/drawing/2014/main" id="{B279ACF2-6E07-4565-9D27-35793F260AF0}"/>
              </a:ext>
            </a:extLst>
          </p:cNvPr>
          <p:cNvSpPr>
            <a:spLocks xmlns:a="http://schemas.openxmlformats.org/drawingml/2006/main" noGrp="1"/>
          </p:cNvSpPr>
          <p:nvPr/>
        </p:nvSpPr>
        <p:spPr>
          <a:xfrm xmlns:a="http://schemas.openxmlformats.org/drawingml/2006/main">
            <a:off x="3619500" y="1524000"/>
            <a:ext cx="4953000" cy="876300"/>
          </a:xfrm>
          <a:prstGeom xmlns:a="http://schemas.openxmlformats.org/drawingml/2006/main" prst="rect">
            <a:avLst/>
          </a:prstGeom>
          <a:solidFill xmlns:a="http://schemas.openxmlformats.org/drawingml/2006/main">
            <a:srgbClr val="FFFFFF"/>
          </a:solidFill>
          <a:ln xmlns:a="http://schemas.openxmlformats.org/drawingml/2006/main" w="19050">
            <a:solidFill>
              <a:srgbClr val="0077A3"/>
            </a:solidFill>
            <a:prstDash val="solid"/>
          </a:ln>
        </p:spPr>
      </p:sp>
      <p:sp>
        <p:nvSpPr>
          <p:cNvPr id="78" name="">
            <a:extLst xmlns:a="http://schemas.openxmlformats.org/drawingml/2006/main">
              <a:ext uri="{FF2B5EF4-FFF2-40B4-BE49-F238E27FC236}">
                <a16:creationId xmlns:a16="http://schemas.microsoft.com/office/drawing/2014/main" id="{7EE6378D-C51E-4608-A49C-2BDCFF93F4CC}"/>
              </a:ext>
            </a:extLst>
          </p:cNvPr>
          <p:cNvSpPr>
            <a:spLocks xmlns:a="http://schemas.openxmlformats.org/drawingml/2006/main" noGrp="1"/>
          </p:cNvSpPr>
          <p:nvPr/>
        </p:nvSpPr>
        <p:spPr>
          <a:xfrm xmlns:a="http://schemas.openxmlformats.org/drawingml/2006/main">
            <a:off x="3619500" y="1524000"/>
            <a:ext cx="4953000" cy="47625"/>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A9B7B0F8-618A-4B72-A609-9D32C67C7B8B}"/>
              </a:ext>
            </a:extLst>
          </p:cNvPr>
          <p:cNvSpPr>
            <a:spLocks xmlns:a="http://schemas.openxmlformats.org/drawingml/2006/main" noGrp="1"/>
          </p:cNvSpPr>
          <p:nvPr/>
        </p:nvSpPr>
        <p:spPr>
          <a:xfrm xmlns:a="http://schemas.openxmlformats.org/drawingml/2006/main">
            <a:off x="3771900" y="1638300"/>
            <a:ext cx="464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Top · pins 49–64 · I²C, GPIO and safety</a:t>
            </a:r>
          </a:p>
        </p:txBody>
      </p:sp>
      <p:sp>
        <p:nvSpPr>
          <p:cNvPr id="80" name="">
            <a:extLst xmlns:a="http://schemas.openxmlformats.org/drawingml/2006/main">
              <a:ext uri="{FF2B5EF4-FFF2-40B4-BE49-F238E27FC236}">
                <a16:creationId xmlns:a16="http://schemas.microsoft.com/office/drawing/2014/main" id="{5C507F82-B3E4-4B80-9EE0-9CC528E71B5B}"/>
              </a:ext>
            </a:extLst>
          </p:cNvPr>
          <p:cNvSpPr>
            <a:spLocks xmlns:a="http://schemas.openxmlformats.org/drawingml/2006/main" noGrp="1"/>
          </p:cNvSpPr>
          <p:nvPr/>
        </p:nvSpPr>
        <p:spPr>
          <a:xfrm xmlns:a="http://schemas.openxmlformats.org/drawingml/2006/main">
            <a:off x="3771900" y="1885950"/>
            <a:ext cx="46482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SPI MISO and CSN · I²C · GPIO0–2</a:t>
            </a:r>
          </a:p>
          <a:p xmlns:a="http://schemas.openxmlformats.org/drawingml/2006/main">
            <a:pPr algn="l">
              <a:defRPr sz="1125">
                <a:solidFill>
                  <a:srgbClr val="6B7280"/>
                </a:solidFill>
                <a:latin typeface="Arial"/>
                <a:ea typeface="Arial"/>
                <a:cs typeface="Arial"/>
              </a:defRPr>
            </a:pPr>
            <a:r>
              <a:t>FAULT_N · supply-good × 2 · ADC +</a:t>
            </a:r>
          </a:p>
        </p:txBody>
      </p:sp>
      <p:sp>
        <p:nvSpPr>
          <p:cNvPr id="81" name="">
            <a:extLst xmlns:a="http://schemas.openxmlformats.org/drawingml/2006/main">
              <a:ext uri="{FF2B5EF4-FFF2-40B4-BE49-F238E27FC236}">
                <a16:creationId xmlns:a16="http://schemas.microsoft.com/office/drawing/2014/main" id="{F2199CE0-3AED-42D3-8416-A43B9BFEE974}"/>
              </a:ext>
            </a:extLst>
          </p:cNvPr>
          <p:cNvSpPr>
            <a:spLocks xmlns:a="http://schemas.openxmlformats.org/drawingml/2006/main" noGrp="1"/>
          </p:cNvSpPr>
          <p:nvPr/>
        </p:nvSpPr>
        <p:spPr>
          <a:xfrm xmlns:a="http://schemas.openxmlformats.org/drawingml/2006/main">
            <a:off x="457200" y="3048000"/>
            <a:ext cx="400050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07686A"/>
            </a:solidFill>
            <a:prstDash val="solid"/>
          </a:ln>
        </p:spPr>
      </p:sp>
      <p:sp>
        <p:nvSpPr>
          <p:cNvPr id="82" name="">
            <a:extLst xmlns:a="http://schemas.openxmlformats.org/drawingml/2006/main">
              <a:ext uri="{FF2B5EF4-FFF2-40B4-BE49-F238E27FC236}">
                <a16:creationId xmlns:a16="http://schemas.microsoft.com/office/drawing/2014/main" id="{F659789A-04F5-4A0A-9DE8-8CCD18F8DB02}"/>
              </a:ext>
            </a:extLst>
          </p:cNvPr>
          <p:cNvSpPr>
            <a:spLocks xmlns:a="http://schemas.openxmlformats.org/drawingml/2006/main" noGrp="1"/>
          </p:cNvSpPr>
          <p:nvPr/>
        </p:nvSpPr>
        <p:spPr>
          <a:xfrm xmlns:a="http://schemas.openxmlformats.org/drawingml/2006/main">
            <a:off x="457200" y="3048000"/>
            <a:ext cx="400050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BB7902EB-09DD-4B80-940F-B5AA70EE4153}"/>
              </a:ext>
            </a:extLst>
          </p:cNvPr>
          <p:cNvSpPr>
            <a:spLocks xmlns:a="http://schemas.openxmlformats.org/drawingml/2006/main" noGrp="1"/>
          </p:cNvSpPr>
          <p:nvPr/>
        </p:nvSpPr>
        <p:spPr>
          <a:xfrm xmlns:a="http://schemas.openxmlformats.org/drawingml/2006/main">
            <a:off x="609600" y="3162300"/>
            <a:ext cx="3695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Left · pins 1–16 · Motor and position</a:t>
            </a:r>
          </a:p>
        </p:txBody>
      </p:sp>
      <p:sp>
        <p:nvSpPr>
          <p:cNvPr id="84" name="">
            <a:extLst xmlns:a="http://schemas.openxmlformats.org/drawingml/2006/main">
              <a:ext uri="{FF2B5EF4-FFF2-40B4-BE49-F238E27FC236}">
                <a16:creationId xmlns:a16="http://schemas.microsoft.com/office/drawing/2014/main" id="{067F1F24-D8F7-4151-AB80-EB77ACCB0231}"/>
              </a:ext>
            </a:extLst>
          </p:cNvPr>
          <p:cNvSpPr>
            <a:spLocks xmlns:a="http://schemas.openxmlformats.org/drawingml/2006/main" noGrp="1"/>
          </p:cNvSpPr>
          <p:nvPr/>
        </p:nvSpPr>
        <p:spPr>
          <a:xfrm xmlns:a="http://schemas.openxmlformats.org/drawingml/2006/main">
            <a:off x="609600" y="3409950"/>
            <a:ext cx="3695700" cy="1276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PWM AH, AL, BH, BL, CH, CL</a:t>
            </a:r>
          </a:p>
          <a:p xmlns:a="http://schemas.openxmlformats.org/drawingml/2006/main">
            <a:pPr algn="l">
              <a:defRPr sz="1125">
                <a:solidFill>
                  <a:srgbClr val="6B7280"/>
                </a:solidFill>
                <a:latin typeface="Arial"/>
                <a:ea typeface="Arial"/>
                <a:cs typeface="Arial"/>
              </a:defRPr>
            </a:pPr>
            <a:r>
              <a:t>PWM trigger</a:t>
            </a:r>
          </a:p>
          <a:p xmlns:a="http://schemas.openxmlformats.org/drawingml/2006/main">
            <a:pPr algn="l">
              <a:defRPr sz="1125">
                <a:solidFill>
                  <a:srgbClr val="6B7280"/>
                </a:solidFill>
                <a:latin typeface="Arial"/>
                <a:ea typeface="Arial"/>
                <a:cs typeface="Arial"/>
              </a:defRPr>
            </a:pPr>
            <a:r>
              <a:t>Encoder A, B, Z · Hall A, B</a:t>
            </a:r>
          </a:p>
          <a:p xmlns:a="http://schemas.openxmlformats.org/drawingml/2006/main">
            <a:pPr algn="l">
              <a:defRPr sz="1125">
                <a:solidFill>
                  <a:srgbClr val="6B7280"/>
                </a:solidFill>
                <a:latin typeface="Arial"/>
                <a:ea typeface="Arial"/>
                <a:cs typeface="Arial"/>
              </a:defRPr>
            </a:pPr>
            <a:r>
              <a:t>ADC −</a:t>
            </a:r>
          </a:p>
        </p:txBody>
      </p:sp>
      <p:sp>
        <p:nvSpPr>
          <p:cNvPr id="85" name="">
            <a:extLst xmlns:a="http://schemas.openxmlformats.org/drawingml/2006/main">
              <a:ext uri="{FF2B5EF4-FFF2-40B4-BE49-F238E27FC236}">
                <a16:creationId xmlns:a16="http://schemas.microsoft.com/office/drawing/2014/main" id="{031E7C72-3774-4B63-B98F-2AA38D490DD8}"/>
              </a:ext>
            </a:extLst>
          </p:cNvPr>
          <p:cNvSpPr>
            <a:spLocks xmlns:a="http://schemas.openxmlformats.org/drawingml/2006/main" noGrp="1"/>
          </p:cNvSpPr>
          <p:nvPr/>
        </p:nvSpPr>
        <p:spPr>
          <a:xfrm xmlns:a="http://schemas.openxmlformats.org/drawingml/2006/main">
            <a:off x="7734300" y="3048000"/>
            <a:ext cx="400050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35607F"/>
            </a:solidFill>
            <a:prstDash val="solid"/>
          </a:ln>
        </p:spPr>
      </p:sp>
      <p:sp>
        <p:nvSpPr>
          <p:cNvPr id="86" name="">
            <a:extLst xmlns:a="http://schemas.openxmlformats.org/drawingml/2006/main">
              <a:ext uri="{FF2B5EF4-FFF2-40B4-BE49-F238E27FC236}">
                <a16:creationId xmlns:a16="http://schemas.microsoft.com/office/drawing/2014/main" id="{10B163F1-C872-4FE5-A6C4-4299EF16B4C3}"/>
              </a:ext>
            </a:extLst>
          </p:cNvPr>
          <p:cNvSpPr>
            <a:spLocks xmlns:a="http://schemas.openxmlformats.org/drawingml/2006/main" noGrp="1"/>
          </p:cNvSpPr>
          <p:nvPr/>
        </p:nvSpPr>
        <p:spPr>
          <a:xfrm xmlns:a="http://schemas.openxmlformats.org/drawingml/2006/main">
            <a:off x="7734300" y="3048000"/>
            <a:ext cx="4000500" cy="47625"/>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7EF81607-ECF6-4D77-8BBC-CFB31AECEA39}"/>
              </a:ext>
            </a:extLst>
          </p:cNvPr>
          <p:cNvSpPr>
            <a:spLocks xmlns:a="http://schemas.openxmlformats.org/drawingml/2006/main" noGrp="1"/>
          </p:cNvSpPr>
          <p:nvPr/>
        </p:nvSpPr>
        <p:spPr>
          <a:xfrm xmlns:a="http://schemas.openxmlformats.org/drawingml/2006/main">
            <a:off x="7886700" y="3162300"/>
            <a:ext cx="3695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Right · pins 33–48 · Flash and serial</a:t>
            </a:r>
          </a:p>
        </p:txBody>
      </p:sp>
      <p:sp>
        <p:nvSpPr>
          <p:cNvPr id="88" name="">
            <a:extLst xmlns:a="http://schemas.openxmlformats.org/drawingml/2006/main">
              <a:ext uri="{FF2B5EF4-FFF2-40B4-BE49-F238E27FC236}">
                <a16:creationId xmlns:a16="http://schemas.microsoft.com/office/drawing/2014/main" id="{F7EE503C-CEE4-47C4-B2DA-85E02993E84C}"/>
              </a:ext>
            </a:extLst>
          </p:cNvPr>
          <p:cNvSpPr>
            <a:spLocks xmlns:a="http://schemas.openxmlformats.org/drawingml/2006/main" noGrp="1"/>
          </p:cNvSpPr>
          <p:nvPr/>
        </p:nvSpPr>
        <p:spPr>
          <a:xfrm xmlns:a="http://schemas.openxmlformats.org/drawingml/2006/main">
            <a:off x="7886700" y="3409950"/>
            <a:ext cx="3695700" cy="1276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QSPI CSN0, IO0–3, CSN1</a:t>
            </a:r>
          </a:p>
          <a:p xmlns:a="http://schemas.openxmlformats.org/drawingml/2006/main">
            <a:pPr algn="l">
              <a:defRPr sz="1125">
                <a:solidFill>
                  <a:srgbClr val="6B7280"/>
                </a:solidFill>
                <a:latin typeface="Arial"/>
                <a:ea typeface="Arial"/>
                <a:cs typeface="Arial"/>
              </a:defRPr>
            </a:pPr>
            <a:r>
              <a:t>UART0 TX/RX · UART1 TX/RX</a:t>
            </a:r>
          </a:p>
          <a:p xmlns:a="http://schemas.openxmlformats.org/drawingml/2006/main">
            <a:pPr algn="l">
              <a:defRPr sz="1125">
                <a:solidFill>
                  <a:srgbClr val="6B7280"/>
                </a:solidFill>
                <a:latin typeface="Arial"/>
                <a:ea typeface="Arial"/>
                <a:cs typeface="Arial"/>
              </a:defRPr>
            </a:pPr>
            <a:r>
              <a:t>SPI SCLK and MOSI</a:t>
            </a:r>
          </a:p>
        </p:txBody>
      </p:sp>
      <p:sp>
        <p:nvSpPr>
          <p:cNvPr id="89" name="">
            <a:extLst xmlns:a="http://schemas.openxmlformats.org/drawingml/2006/main">
              <a:ext uri="{FF2B5EF4-FFF2-40B4-BE49-F238E27FC236}">
                <a16:creationId xmlns:a16="http://schemas.microsoft.com/office/drawing/2014/main" id="{7C1A6CF9-C042-47E4-9ABD-0832BA17E22D}"/>
              </a:ext>
            </a:extLst>
          </p:cNvPr>
          <p:cNvSpPr>
            <a:spLocks xmlns:a="http://schemas.openxmlformats.org/drawingml/2006/main" noGrp="1"/>
          </p:cNvSpPr>
          <p:nvPr/>
        </p:nvSpPr>
        <p:spPr>
          <a:xfrm xmlns:a="http://schemas.openxmlformats.org/drawingml/2006/main">
            <a:off x="3619500" y="5391150"/>
            <a:ext cx="49530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1E293B"/>
            </a:solidFill>
            <a:prstDash val="solid"/>
          </a:ln>
        </p:spPr>
      </p:sp>
      <p:sp>
        <p:nvSpPr>
          <p:cNvPr id="90" name="">
            <a:extLst xmlns:a="http://schemas.openxmlformats.org/drawingml/2006/main">
              <a:ext uri="{FF2B5EF4-FFF2-40B4-BE49-F238E27FC236}">
                <a16:creationId xmlns:a16="http://schemas.microsoft.com/office/drawing/2014/main" id="{5249C449-A263-4099-B085-E054BB33542F}"/>
              </a:ext>
            </a:extLst>
          </p:cNvPr>
          <p:cNvSpPr>
            <a:spLocks xmlns:a="http://schemas.openxmlformats.org/drawingml/2006/main" noGrp="1"/>
          </p:cNvSpPr>
          <p:nvPr/>
        </p:nvSpPr>
        <p:spPr>
          <a:xfrm xmlns:a="http://schemas.openxmlformats.org/drawingml/2006/main">
            <a:off x="3619500" y="5391150"/>
            <a:ext cx="495300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6DD7F747-BD92-4CA6-BAC3-99C69E64DFBD}"/>
              </a:ext>
            </a:extLst>
          </p:cNvPr>
          <p:cNvSpPr>
            <a:spLocks xmlns:a="http://schemas.openxmlformats.org/drawingml/2006/main" noGrp="1"/>
          </p:cNvSpPr>
          <p:nvPr/>
        </p:nvSpPr>
        <p:spPr>
          <a:xfrm xmlns:a="http://schemas.openxmlformats.org/drawingml/2006/main">
            <a:off x="3771900" y="5505450"/>
            <a:ext cx="464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Bottom · pins 17–32 · Debug, clock and reset</a:t>
            </a:r>
          </a:p>
        </p:txBody>
      </p:sp>
      <p:sp>
        <p:nvSpPr>
          <p:cNvPr id="92" name="">
            <a:extLst xmlns:a="http://schemas.openxmlformats.org/drawingml/2006/main">
              <a:ext uri="{FF2B5EF4-FFF2-40B4-BE49-F238E27FC236}">
                <a16:creationId xmlns:a16="http://schemas.microsoft.com/office/drawing/2014/main" id="{E8BCA825-C689-4AD3-A9E9-F9947F8947F1}"/>
              </a:ext>
            </a:extLst>
          </p:cNvPr>
          <p:cNvSpPr>
            <a:spLocks xmlns:a="http://schemas.openxmlformats.org/drawingml/2006/main" noGrp="1"/>
          </p:cNvSpPr>
          <p:nvPr/>
        </p:nvSpPr>
        <p:spPr>
          <a:xfrm xmlns:a="http://schemas.openxmlformats.org/drawingml/2006/main">
            <a:off x="3771900" y="5753100"/>
            <a:ext cx="46482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JTAG × 4 · CLK · RST_N and resetb · Hall C · QSPI clock</a:t>
            </a:r>
          </a:p>
        </p:txBody>
      </p:sp>
      <p:sp>
        <p:nvSpPr>
          <p:cNvPr id="93" name="">
            <a:extLst xmlns:a="http://schemas.openxmlformats.org/drawingml/2006/main">
              <a:ext uri="{FF2B5EF4-FFF2-40B4-BE49-F238E27FC236}">
                <a16:creationId xmlns:a16="http://schemas.microsoft.com/office/drawing/2014/main" id="{61D3BFF8-BC4A-43CD-9590-5F1A2C593135}"/>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§2–3. Pin map awaiting the foundry’s bond-diagram confirmation.</a:t>
            </a:r>
          </a:p>
        </p:txBody>
      </p:sp>
    </p:spTree>
    <p:extLst>
      <p:ext uri="{BB962C8B-B14F-4D97-AF65-F5344CB8AC3E}">
        <p14:creationId xmlns:p14="http://schemas.microsoft.com/office/powerpoint/2010/main" val="122957433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2" name="">
            <a:extLst xmlns:a="http://schemas.openxmlformats.org/drawingml/2006/main">
              <a:ext uri="{FF2B5EF4-FFF2-40B4-BE49-F238E27FC236}">
                <a16:creationId xmlns:a16="http://schemas.microsoft.com/office/drawing/2014/main" id="{4494CA01-60D3-4F14-A083-A0A767E80A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2CE4BC-7AC1-4994-88DC-C85D5D634023}"/>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06 · ELECTRICAL</a:t>
            </a:r>
          </a:p>
        </p:txBody>
      </p:sp>
      <p:sp>
        <p:nvSpPr>
          <p:cNvPr id="3" name="">
            <a:extLst xmlns:a="http://schemas.openxmlformats.org/drawingml/2006/main">
              <a:ext uri="{FF2B5EF4-FFF2-40B4-BE49-F238E27FC236}">
                <a16:creationId xmlns:a16="http://schemas.microsoft.com/office/drawing/2014/main" id="{779F74E4-91C5-4BB1-A837-B4DCEFF803F3}"/>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Every electrical limit is a nominal until silicon</a:t>
            </a:r>
          </a:p>
        </p:txBody>
      </p:sp>
      <p:sp>
        <p:nvSpPr>
          <p:cNvPr id="4" name="">
            <a:extLst xmlns:a="http://schemas.openxmlformats.org/drawingml/2006/main">
              <a:ext uri="{FF2B5EF4-FFF2-40B4-BE49-F238E27FC236}">
                <a16:creationId xmlns:a16="http://schemas.microsoft.com/office/drawing/2014/main" id="{B9AF0A1A-AA0D-4620-87BD-385BB20CCEB8}"/>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Recommended operating conditions and absolute maximums, before characterisation</a:t>
            </a:r>
          </a:p>
        </p:txBody>
      </p:sp>
      <p:sp>
        <p:nvSpPr>
          <p:cNvPr id="5" name="">
            <a:extLst xmlns:a="http://schemas.openxmlformats.org/drawingml/2006/main">
              <a:ext uri="{FF2B5EF4-FFF2-40B4-BE49-F238E27FC236}">
                <a16:creationId xmlns:a16="http://schemas.microsoft.com/office/drawing/2014/main" id="{65AC0CCB-9190-4961-8381-7F866387751B}"/>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58EC280-C6E8-4689-B81F-E0E0DCE56120}"/>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8F8AFA0-8F68-4205-A82D-82E2ACD88A9D}"/>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3F985621-EA03-4417-8949-593ED94D52F6}"/>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06</a:t>
            </a:r>
          </a:p>
        </p:txBody>
      </p:sp>
      <p:sp>
        <p:nvSpPr>
          <p:cNvPr id="9" name="">
            <a:extLst xmlns:a="http://schemas.openxmlformats.org/drawingml/2006/main">
              <a:ext uri="{FF2B5EF4-FFF2-40B4-BE49-F238E27FC236}">
                <a16:creationId xmlns:a16="http://schemas.microsoft.com/office/drawing/2014/main" id="{8F94C95B-7192-4D4A-9666-18E77710F0C1}"/>
              </a:ext>
            </a:extLst>
          </p:cNvPr>
          <p:cNvSpPr>
            <a:spLocks xmlns:a="http://schemas.openxmlformats.org/drawingml/2006/main" noGrp="1"/>
          </p:cNvSpPr>
          <p:nvPr/>
        </p:nvSpPr>
        <p:spPr>
          <a:xfrm xmlns:a="http://schemas.openxmlformats.org/drawingml/2006/main">
            <a:off x="457200" y="1619250"/>
            <a:ext cx="11277600" cy="3619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6B270CE-8AE9-47DC-9A48-C51223EA5DCB}"/>
              </a:ext>
            </a:extLst>
          </p:cNvPr>
          <p:cNvSpPr>
            <a:spLocks xmlns:a="http://schemas.openxmlformats.org/drawingml/2006/main" noGrp="1"/>
          </p:cNvSpPr>
          <p:nvPr/>
        </p:nvSpPr>
        <p:spPr>
          <a:xfrm xmlns:a="http://schemas.openxmlformats.org/drawingml/2006/main">
            <a:off x="590550" y="1733550"/>
            <a:ext cx="2190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PARAMETER</a:t>
            </a:r>
          </a:p>
        </p:txBody>
      </p:sp>
      <p:sp>
        <p:nvSpPr>
          <p:cNvPr id="11" name="">
            <a:extLst xmlns:a="http://schemas.openxmlformats.org/drawingml/2006/main">
              <a:ext uri="{FF2B5EF4-FFF2-40B4-BE49-F238E27FC236}">
                <a16:creationId xmlns:a16="http://schemas.microsoft.com/office/drawing/2014/main" id="{24FAB92B-ED7C-4443-8FD9-E089576CB6D2}"/>
              </a:ext>
            </a:extLst>
          </p:cNvPr>
          <p:cNvSpPr>
            <a:spLocks xmlns:a="http://schemas.openxmlformats.org/drawingml/2006/main" noGrp="1"/>
          </p:cNvSpPr>
          <p:nvPr/>
        </p:nvSpPr>
        <p:spPr>
          <a:xfrm xmlns:a="http://schemas.openxmlformats.org/drawingml/2006/main">
            <a:off x="2971800" y="1733550"/>
            <a:ext cx="1047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SYMBOL</a:t>
            </a:r>
          </a:p>
        </p:txBody>
      </p:sp>
      <p:sp>
        <p:nvSpPr>
          <p:cNvPr id="12" name="">
            <a:extLst xmlns:a="http://schemas.openxmlformats.org/drawingml/2006/main">
              <a:ext uri="{FF2B5EF4-FFF2-40B4-BE49-F238E27FC236}">
                <a16:creationId xmlns:a16="http://schemas.microsoft.com/office/drawing/2014/main" id="{A0DCE004-0A2C-461A-B848-B646FE2E514E}"/>
              </a:ext>
            </a:extLst>
          </p:cNvPr>
          <p:cNvSpPr>
            <a:spLocks xmlns:a="http://schemas.openxmlformats.org/drawingml/2006/main" noGrp="1"/>
          </p:cNvSpPr>
          <p:nvPr/>
        </p:nvSpPr>
        <p:spPr>
          <a:xfrm xmlns:a="http://schemas.openxmlformats.org/drawingml/2006/main">
            <a:off x="4210050" y="173355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MIN</a:t>
            </a:r>
          </a:p>
        </p:txBody>
      </p:sp>
      <p:sp>
        <p:nvSpPr>
          <p:cNvPr id="13" name="">
            <a:extLst xmlns:a="http://schemas.openxmlformats.org/drawingml/2006/main">
              <a:ext uri="{FF2B5EF4-FFF2-40B4-BE49-F238E27FC236}">
                <a16:creationId xmlns:a16="http://schemas.microsoft.com/office/drawing/2014/main" id="{8D518B3C-690C-43DC-83EE-99E968C4963D}"/>
              </a:ext>
            </a:extLst>
          </p:cNvPr>
          <p:cNvSpPr>
            <a:spLocks xmlns:a="http://schemas.openxmlformats.org/drawingml/2006/main" noGrp="1"/>
          </p:cNvSpPr>
          <p:nvPr/>
        </p:nvSpPr>
        <p:spPr>
          <a:xfrm xmlns:a="http://schemas.openxmlformats.org/drawingml/2006/main">
            <a:off x="5257800" y="173355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TYP</a:t>
            </a:r>
          </a:p>
        </p:txBody>
      </p:sp>
      <p:sp>
        <p:nvSpPr>
          <p:cNvPr id="14" name="">
            <a:extLst xmlns:a="http://schemas.openxmlformats.org/drawingml/2006/main">
              <a:ext uri="{FF2B5EF4-FFF2-40B4-BE49-F238E27FC236}">
                <a16:creationId xmlns:a16="http://schemas.microsoft.com/office/drawing/2014/main" id="{7CD60589-C3C2-4135-B592-C2C4F1839C31}"/>
              </a:ext>
            </a:extLst>
          </p:cNvPr>
          <p:cNvSpPr>
            <a:spLocks xmlns:a="http://schemas.openxmlformats.org/drawingml/2006/main" noGrp="1"/>
          </p:cNvSpPr>
          <p:nvPr/>
        </p:nvSpPr>
        <p:spPr>
          <a:xfrm xmlns:a="http://schemas.openxmlformats.org/drawingml/2006/main">
            <a:off x="6305550" y="173355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MAX</a:t>
            </a:r>
          </a:p>
        </p:txBody>
      </p:sp>
      <p:sp>
        <p:nvSpPr>
          <p:cNvPr id="15" name="">
            <a:extLst xmlns:a="http://schemas.openxmlformats.org/drawingml/2006/main">
              <a:ext uri="{FF2B5EF4-FFF2-40B4-BE49-F238E27FC236}">
                <a16:creationId xmlns:a16="http://schemas.microsoft.com/office/drawing/2014/main" id="{B7B3576F-B1A9-48DA-9421-336A0775E1D2}"/>
              </a:ext>
            </a:extLst>
          </p:cNvPr>
          <p:cNvSpPr>
            <a:spLocks xmlns:a="http://schemas.openxmlformats.org/drawingml/2006/main" noGrp="1"/>
          </p:cNvSpPr>
          <p:nvPr/>
        </p:nvSpPr>
        <p:spPr>
          <a:xfrm xmlns:a="http://schemas.openxmlformats.org/drawingml/2006/main">
            <a:off x="7353300" y="1733550"/>
            <a:ext cx="666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UNIT</a:t>
            </a:r>
          </a:p>
        </p:txBody>
      </p:sp>
      <p:sp>
        <p:nvSpPr>
          <p:cNvPr id="16" name="">
            <a:extLst xmlns:a="http://schemas.openxmlformats.org/drawingml/2006/main">
              <a:ext uri="{FF2B5EF4-FFF2-40B4-BE49-F238E27FC236}">
                <a16:creationId xmlns:a16="http://schemas.microsoft.com/office/drawing/2014/main" id="{E96E1F9A-0CAA-48E8-8DAC-063DEE0407B2}"/>
              </a:ext>
            </a:extLst>
          </p:cNvPr>
          <p:cNvSpPr>
            <a:spLocks xmlns:a="http://schemas.openxmlformats.org/drawingml/2006/main" noGrp="1"/>
          </p:cNvSpPr>
          <p:nvPr/>
        </p:nvSpPr>
        <p:spPr>
          <a:xfrm xmlns:a="http://schemas.openxmlformats.org/drawingml/2006/main">
            <a:off x="8210550" y="1733550"/>
            <a:ext cx="34671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NOTE</a:t>
            </a:r>
          </a:p>
        </p:txBody>
      </p:sp>
      <p:sp>
        <p:nvSpPr>
          <p:cNvPr id="17" name="">
            <a:extLst xmlns:a="http://schemas.openxmlformats.org/drawingml/2006/main">
              <a:ext uri="{FF2B5EF4-FFF2-40B4-BE49-F238E27FC236}">
                <a16:creationId xmlns:a16="http://schemas.microsoft.com/office/drawing/2014/main" id="{B1897C6E-1B7D-4A9A-ABD5-BC1ECBA83887}"/>
              </a:ext>
            </a:extLst>
          </p:cNvPr>
          <p:cNvSpPr>
            <a:spLocks xmlns:a="http://schemas.openxmlformats.org/drawingml/2006/main" noGrp="1"/>
          </p:cNvSpPr>
          <p:nvPr/>
        </p:nvSpPr>
        <p:spPr>
          <a:xfrm xmlns:a="http://schemas.openxmlformats.org/drawingml/2006/main">
            <a:off x="457200" y="1981200"/>
            <a:ext cx="1127760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E71DF773-AE68-49A3-B4BE-9BDD8D59F1E3}"/>
              </a:ext>
            </a:extLst>
          </p:cNvPr>
          <p:cNvSpPr>
            <a:spLocks xmlns:a="http://schemas.openxmlformats.org/drawingml/2006/main" noGrp="1"/>
          </p:cNvSpPr>
          <p:nvPr/>
        </p:nvSpPr>
        <p:spPr>
          <a:xfrm xmlns:a="http://schemas.openxmlformats.org/drawingml/2006/main">
            <a:off x="590550" y="2085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Core supply</a:t>
            </a:r>
          </a:p>
        </p:txBody>
      </p:sp>
      <p:sp>
        <p:nvSpPr>
          <p:cNvPr id="19" name="">
            <a:extLst xmlns:a="http://schemas.openxmlformats.org/drawingml/2006/main">
              <a:ext uri="{FF2B5EF4-FFF2-40B4-BE49-F238E27FC236}">
                <a16:creationId xmlns:a16="http://schemas.microsoft.com/office/drawing/2014/main" id="{0F491695-8C7F-4E8E-8048-D5E9E6E39460}"/>
              </a:ext>
            </a:extLst>
          </p:cNvPr>
          <p:cNvSpPr>
            <a:spLocks xmlns:a="http://schemas.openxmlformats.org/drawingml/2006/main" noGrp="1"/>
          </p:cNvSpPr>
          <p:nvPr/>
        </p:nvSpPr>
        <p:spPr>
          <a:xfrm xmlns:a="http://schemas.openxmlformats.org/drawingml/2006/main">
            <a:off x="2971800" y="2085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vccd1</a:t>
            </a:r>
          </a:p>
        </p:txBody>
      </p:sp>
      <p:sp>
        <p:nvSpPr>
          <p:cNvPr id="20" name="">
            <a:extLst xmlns:a="http://schemas.openxmlformats.org/drawingml/2006/main">
              <a:ext uri="{FF2B5EF4-FFF2-40B4-BE49-F238E27FC236}">
                <a16:creationId xmlns:a16="http://schemas.microsoft.com/office/drawing/2014/main" id="{29B526EF-5B4D-4184-B719-46AB0A0207C2}"/>
              </a:ext>
            </a:extLst>
          </p:cNvPr>
          <p:cNvSpPr>
            <a:spLocks xmlns:a="http://schemas.openxmlformats.org/drawingml/2006/main" noGrp="1"/>
          </p:cNvSpPr>
          <p:nvPr/>
        </p:nvSpPr>
        <p:spPr>
          <a:xfrm xmlns:a="http://schemas.openxmlformats.org/drawingml/2006/main">
            <a:off x="4210050" y="2085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1.71</a:t>
            </a:r>
          </a:p>
        </p:txBody>
      </p:sp>
      <p:sp>
        <p:nvSpPr>
          <p:cNvPr id="21" name="">
            <a:extLst xmlns:a="http://schemas.openxmlformats.org/drawingml/2006/main">
              <a:ext uri="{FF2B5EF4-FFF2-40B4-BE49-F238E27FC236}">
                <a16:creationId xmlns:a16="http://schemas.microsoft.com/office/drawing/2014/main" id="{8B79ADCC-CC0A-4518-844D-1D62E564AE74}"/>
              </a:ext>
            </a:extLst>
          </p:cNvPr>
          <p:cNvSpPr>
            <a:spLocks xmlns:a="http://schemas.openxmlformats.org/drawingml/2006/main" noGrp="1"/>
          </p:cNvSpPr>
          <p:nvPr/>
        </p:nvSpPr>
        <p:spPr>
          <a:xfrm xmlns:a="http://schemas.openxmlformats.org/drawingml/2006/main">
            <a:off x="5257800" y="2085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1.8</a:t>
            </a:r>
          </a:p>
        </p:txBody>
      </p:sp>
      <p:sp>
        <p:nvSpPr>
          <p:cNvPr id="22" name="">
            <a:extLst xmlns:a="http://schemas.openxmlformats.org/drawingml/2006/main">
              <a:ext uri="{FF2B5EF4-FFF2-40B4-BE49-F238E27FC236}">
                <a16:creationId xmlns:a16="http://schemas.microsoft.com/office/drawing/2014/main" id="{D39CA3B9-9857-4BED-8C4B-E8E7FFA026E0}"/>
              </a:ext>
            </a:extLst>
          </p:cNvPr>
          <p:cNvSpPr>
            <a:spLocks xmlns:a="http://schemas.openxmlformats.org/drawingml/2006/main" noGrp="1"/>
          </p:cNvSpPr>
          <p:nvPr/>
        </p:nvSpPr>
        <p:spPr>
          <a:xfrm xmlns:a="http://schemas.openxmlformats.org/drawingml/2006/main">
            <a:off x="6305550" y="2085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1.89</a:t>
            </a:r>
          </a:p>
        </p:txBody>
      </p:sp>
      <p:sp>
        <p:nvSpPr>
          <p:cNvPr id="23" name="">
            <a:extLst xmlns:a="http://schemas.openxmlformats.org/drawingml/2006/main">
              <a:ext uri="{FF2B5EF4-FFF2-40B4-BE49-F238E27FC236}">
                <a16:creationId xmlns:a16="http://schemas.microsoft.com/office/drawing/2014/main" id="{650815E9-9456-4832-9379-F9E1C5305231}"/>
              </a:ext>
            </a:extLst>
          </p:cNvPr>
          <p:cNvSpPr>
            <a:spLocks xmlns:a="http://schemas.openxmlformats.org/drawingml/2006/main" noGrp="1"/>
          </p:cNvSpPr>
          <p:nvPr/>
        </p:nvSpPr>
        <p:spPr>
          <a:xfrm xmlns:a="http://schemas.openxmlformats.org/drawingml/2006/main">
            <a:off x="7353300" y="2085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24" name="">
            <a:extLst xmlns:a="http://schemas.openxmlformats.org/drawingml/2006/main">
              <a:ext uri="{FF2B5EF4-FFF2-40B4-BE49-F238E27FC236}">
                <a16:creationId xmlns:a16="http://schemas.microsoft.com/office/drawing/2014/main" id="{16A791EB-D0DB-4016-B999-CF09B617C5E8}"/>
              </a:ext>
            </a:extLst>
          </p:cNvPr>
          <p:cNvSpPr>
            <a:spLocks xmlns:a="http://schemas.openxmlformats.org/drawingml/2006/main" noGrp="1"/>
          </p:cNvSpPr>
          <p:nvPr/>
        </p:nvSpPr>
        <p:spPr>
          <a:xfrm xmlns:a="http://schemas.openxmlformats.org/drawingml/2006/main">
            <a:off x="8210550" y="2085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±5%; logic, SRAM and the ADC</a:t>
            </a:r>
          </a:p>
        </p:txBody>
      </p:sp>
      <p:sp>
        <p:nvSpPr>
          <p:cNvPr id="25" name="">
            <a:extLst xmlns:a="http://schemas.openxmlformats.org/drawingml/2006/main">
              <a:ext uri="{FF2B5EF4-FFF2-40B4-BE49-F238E27FC236}">
                <a16:creationId xmlns:a16="http://schemas.microsoft.com/office/drawing/2014/main" id="{50CE8222-8D68-4757-A4BB-B70B8C67F9C0}"/>
              </a:ext>
            </a:extLst>
          </p:cNvPr>
          <p:cNvSpPr>
            <a:spLocks xmlns:a="http://schemas.openxmlformats.org/drawingml/2006/main" noGrp="1"/>
          </p:cNvSpPr>
          <p:nvPr/>
        </p:nvSpPr>
        <p:spPr>
          <a:xfrm xmlns:a="http://schemas.openxmlformats.org/drawingml/2006/main">
            <a:off x="457200" y="2362200"/>
            <a:ext cx="1127760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DD8AC47F-B7C2-40BA-87CB-B60C4CE05BE6}"/>
              </a:ext>
            </a:extLst>
          </p:cNvPr>
          <p:cNvSpPr>
            <a:spLocks xmlns:a="http://schemas.openxmlformats.org/drawingml/2006/main" noGrp="1"/>
          </p:cNvSpPr>
          <p:nvPr/>
        </p:nvSpPr>
        <p:spPr>
          <a:xfrm xmlns:a="http://schemas.openxmlformats.org/drawingml/2006/main">
            <a:off x="590550" y="2466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I/O supply</a:t>
            </a:r>
          </a:p>
        </p:txBody>
      </p:sp>
      <p:sp>
        <p:nvSpPr>
          <p:cNvPr id="27" name="">
            <a:extLst xmlns:a="http://schemas.openxmlformats.org/drawingml/2006/main">
              <a:ext uri="{FF2B5EF4-FFF2-40B4-BE49-F238E27FC236}">
                <a16:creationId xmlns:a16="http://schemas.microsoft.com/office/drawing/2014/main" id="{AA1A5A45-BD54-4923-93F6-362C10C341A0}"/>
              </a:ext>
            </a:extLst>
          </p:cNvPr>
          <p:cNvSpPr>
            <a:spLocks xmlns:a="http://schemas.openxmlformats.org/drawingml/2006/main" noGrp="1"/>
          </p:cNvSpPr>
          <p:nvPr/>
        </p:nvSpPr>
        <p:spPr>
          <a:xfrm xmlns:a="http://schemas.openxmlformats.org/drawingml/2006/main">
            <a:off x="2971800" y="2466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vddio</a:t>
            </a:r>
          </a:p>
        </p:txBody>
      </p:sp>
      <p:sp>
        <p:nvSpPr>
          <p:cNvPr id="28" name="">
            <a:extLst xmlns:a="http://schemas.openxmlformats.org/drawingml/2006/main">
              <a:ext uri="{FF2B5EF4-FFF2-40B4-BE49-F238E27FC236}">
                <a16:creationId xmlns:a16="http://schemas.microsoft.com/office/drawing/2014/main" id="{39DBCA3A-821B-4840-9FE8-BA119B5DE60D}"/>
              </a:ext>
            </a:extLst>
          </p:cNvPr>
          <p:cNvSpPr>
            <a:spLocks xmlns:a="http://schemas.openxmlformats.org/drawingml/2006/main" noGrp="1"/>
          </p:cNvSpPr>
          <p:nvPr/>
        </p:nvSpPr>
        <p:spPr>
          <a:xfrm xmlns:a="http://schemas.openxmlformats.org/drawingml/2006/main">
            <a:off x="4210050" y="2466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3.0</a:t>
            </a:r>
          </a:p>
        </p:txBody>
      </p:sp>
      <p:sp>
        <p:nvSpPr>
          <p:cNvPr id="29" name="">
            <a:extLst xmlns:a="http://schemas.openxmlformats.org/drawingml/2006/main">
              <a:ext uri="{FF2B5EF4-FFF2-40B4-BE49-F238E27FC236}">
                <a16:creationId xmlns:a16="http://schemas.microsoft.com/office/drawing/2014/main" id="{445BF08E-A011-4BB0-A872-C29A1260A6B1}"/>
              </a:ext>
            </a:extLst>
          </p:cNvPr>
          <p:cNvSpPr>
            <a:spLocks xmlns:a="http://schemas.openxmlformats.org/drawingml/2006/main" noGrp="1"/>
          </p:cNvSpPr>
          <p:nvPr/>
        </p:nvSpPr>
        <p:spPr>
          <a:xfrm xmlns:a="http://schemas.openxmlformats.org/drawingml/2006/main">
            <a:off x="5257800" y="2466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3.3</a:t>
            </a:r>
          </a:p>
        </p:txBody>
      </p:sp>
      <p:sp>
        <p:nvSpPr>
          <p:cNvPr id="30" name="">
            <a:extLst xmlns:a="http://schemas.openxmlformats.org/drawingml/2006/main">
              <a:ext uri="{FF2B5EF4-FFF2-40B4-BE49-F238E27FC236}">
                <a16:creationId xmlns:a16="http://schemas.microsoft.com/office/drawing/2014/main" id="{295F3F30-F60C-484B-8484-CE270D9E01BD}"/>
              </a:ext>
            </a:extLst>
          </p:cNvPr>
          <p:cNvSpPr>
            <a:spLocks xmlns:a="http://schemas.openxmlformats.org/drawingml/2006/main" noGrp="1"/>
          </p:cNvSpPr>
          <p:nvPr/>
        </p:nvSpPr>
        <p:spPr>
          <a:xfrm xmlns:a="http://schemas.openxmlformats.org/drawingml/2006/main">
            <a:off x="6305550" y="2466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3.6</a:t>
            </a:r>
          </a:p>
        </p:txBody>
      </p:sp>
      <p:sp>
        <p:nvSpPr>
          <p:cNvPr id="31" name="">
            <a:extLst xmlns:a="http://schemas.openxmlformats.org/drawingml/2006/main">
              <a:ext uri="{FF2B5EF4-FFF2-40B4-BE49-F238E27FC236}">
                <a16:creationId xmlns:a16="http://schemas.microsoft.com/office/drawing/2014/main" id="{9E84FB56-6CCE-443E-8B81-1ACD6238F4BB}"/>
              </a:ext>
            </a:extLst>
          </p:cNvPr>
          <p:cNvSpPr>
            <a:spLocks xmlns:a="http://schemas.openxmlformats.org/drawingml/2006/main" noGrp="1"/>
          </p:cNvSpPr>
          <p:nvPr/>
        </p:nvSpPr>
        <p:spPr>
          <a:xfrm xmlns:a="http://schemas.openxmlformats.org/drawingml/2006/main">
            <a:off x="7353300" y="2466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32" name="">
            <a:extLst xmlns:a="http://schemas.openxmlformats.org/drawingml/2006/main">
              <a:ext uri="{FF2B5EF4-FFF2-40B4-BE49-F238E27FC236}">
                <a16:creationId xmlns:a16="http://schemas.microsoft.com/office/drawing/2014/main" id="{147A4AFC-00E7-4EDB-BB35-0017E7B40E45}"/>
              </a:ext>
            </a:extLst>
          </p:cNvPr>
          <p:cNvSpPr>
            <a:spLocks xmlns:a="http://schemas.openxmlformats.org/drawingml/2006/main" noGrp="1"/>
          </p:cNvSpPr>
          <p:nvPr/>
        </p:nvSpPr>
        <p:spPr>
          <a:xfrm xmlns:a="http://schemas.openxmlformats.org/drawingml/2006/main">
            <a:off x="8210550" y="2466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3.3 V CMOS pad ring and ESD</a:t>
            </a:r>
          </a:p>
        </p:txBody>
      </p:sp>
      <p:sp>
        <p:nvSpPr>
          <p:cNvPr id="33" name="">
            <a:extLst xmlns:a="http://schemas.openxmlformats.org/drawingml/2006/main">
              <a:ext uri="{FF2B5EF4-FFF2-40B4-BE49-F238E27FC236}">
                <a16:creationId xmlns:a16="http://schemas.microsoft.com/office/drawing/2014/main" id="{00A74223-DCAD-4CB9-BA31-0B638F8CC251}"/>
              </a:ext>
            </a:extLst>
          </p:cNvPr>
          <p:cNvSpPr>
            <a:spLocks xmlns:a="http://schemas.openxmlformats.org/drawingml/2006/main" noGrp="1"/>
          </p:cNvSpPr>
          <p:nvPr/>
        </p:nvSpPr>
        <p:spPr>
          <a:xfrm xmlns:a="http://schemas.openxmlformats.org/drawingml/2006/main">
            <a:off x="457200" y="2743200"/>
            <a:ext cx="1127760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BABA2798-0C49-402F-9730-B504C2FEB920}"/>
              </a:ext>
            </a:extLst>
          </p:cNvPr>
          <p:cNvSpPr>
            <a:spLocks xmlns:a="http://schemas.openxmlformats.org/drawingml/2006/main" noGrp="1"/>
          </p:cNvSpPr>
          <p:nvPr/>
        </p:nvSpPr>
        <p:spPr>
          <a:xfrm xmlns:a="http://schemas.openxmlformats.org/drawingml/2006/main">
            <a:off x="590550" y="2847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Core clock</a:t>
            </a:r>
          </a:p>
        </p:txBody>
      </p:sp>
      <p:sp>
        <p:nvSpPr>
          <p:cNvPr id="35" name="">
            <a:extLst xmlns:a="http://schemas.openxmlformats.org/drawingml/2006/main">
              <a:ext uri="{FF2B5EF4-FFF2-40B4-BE49-F238E27FC236}">
                <a16:creationId xmlns:a16="http://schemas.microsoft.com/office/drawing/2014/main" id="{947F2BC9-39ED-441B-944F-5A7620E097BC}"/>
              </a:ext>
            </a:extLst>
          </p:cNvPr>
          <p:cNvSpPr>
            <a:spLocks xmlns:a="http://schemas.openxmlformats.org/drawingml/2006/main" noGrp="1"/>
          </p:cNvSpPr>
          <p:nvPr/>
        </p:nvSpPr>
        <p:spPr>
          <a:xfrm xmlns:a="http://schemas.openxmlformats.org/drawingml/2006/main">
            <a:off x="2971800" y="2847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CLK</a:t>
            </a:r>
          </a:p>
        </p:txBody>
      </p:sp>
      <p:sp>
        <p:nvSpPr>
          <p:cNvPr id="36" name="">
            <a:extLst xmlns:a="http://schemas.openxmlformats.org/drawingml/2006/main">
              <a:ext uri="{FF2B5EF4-FFF2-40B4-BE49-F238E27FC236}">
                <a16:creationId xmlns:a16="http://schemas.microsoft.com/office/drawing/2014/main" id="{25B226FE-1EDE-49FC-9F15-3EC09BC2B535}"/>
              </a:ext>
            </a:extLst>
          </p:cNvPr>
          <p:cNvSpPr>
            <a:spLocks xmlns:a="http://schemas.openxmlformats.org/drawingml/2006/main" noGrp="1"/>
          </p:cNvSpPr>
          <p:nvPr/>
        </p:nvSpPr>
        <p:spPr>
          <a:xfrm xmlns:a="http://schemas.openxmlformats.org/drawingml/2006/main">
            <a:off x="4210050" y="2847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a:t>
            </a:r>
          </a:p>
        </p:txBody>
      </p:sp>
      <p:sp>
        <p:nvSpPr>
          <p:cNvPr id="37" name="">
            <a:extLst xmlns:a="http://schemas.openxmlformats.org/drawingml/2006/main">
              <a:ext uri="{FF2B5EF4-FFF2-40B4-BE49-F238E27FC236}">
                <a16:creationId xmlns:a16="http://schemas.microsoft.com/office/drawing/2014/main" id="{5D7A8EF5-2039-4394-8C7E-43E7512C240E}"/>
              </a:ext>
            </a:extLst>
          </p:cNvPr>
          <p:cNvSpPr>
            <a:spLocks xmlns:a="http://schemas.openxmlformats.org/drawingml/2006/main" noGrp="1"/>
          </p:cNvSpPr>
          <p:nvPr/>
        </p:nvSpPr>
        <p:spPr>
          <a:xfrm xmlns:a="http://schemas.openxmlformats.org/drawingml/2006/main">
            <a:off x="5257800" y="2847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50</a:t>
            </a:r>
          </a:p>
        </p:txBody>
      </p:sp>
      <p:sp>
        <p:nvSpPr>
          <p:cNvPr id="38" name="">
            <a:extLst xmlns:a="http://schemas.openxmlformats.org/drawingml/2006/main">
              <a:ext uri="{FF2B5EF4-FFF2-40B4-BE49-F238E27FC236}">
                <a16:creationId xmlns:a16="http://schemas.microsoft.com/office/drawing/2014/main" id="{091DF7EB-28CC-4F94-88AB-AE367AACA91A}"/>
              </a:ext>
            </a:extLst>
          </p:cNvPr>
          <p:cNvSpPr>
            <a:spLocks xmlns:a="http://schemas.openxmlformats.org/drawingml/2006/main" noGrp="1"/>
          </p:cNvSpPr>
          <p:nvPr/>
        </p:nvSpPr>
        <p:spPr>
          <a:xfrm xmlns:a="http://schemas.openxmlformats.org/drawingml/2006/main">
            <a:off x="6305550" y="2847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~55</a:t>
            </a:r>
          </a:p>
        </p:txBody>
      </p:sp>
      <p:sp>
        <p:nvSpPr>
          <p:cNvPr id="39" name="">
            <a:extLst xmlns:a="http://schemas.openxmlformats.org/drawingml/2006/main">
              <a:ext uri="{FF2B5EF4-FFF2-40B4-BE49-F238E27FC236}">
                <a16:creationId xmlns:a16="http://schemas.microsoft.com/office/drawing/2014/main" id="{EC9637EB-AF9D-4FAD-B2D7-D3CCC7313E9F}"/>
              </a:ext>
            </a:extLst>
          </p:cNvPr>
          <p:cNvSpPr>
            <a:spLocks xmlns:a="http://schemas.openxmlformats.org/drawingml/2006/main" noGrp="1"/>
          </p:cNvSpPr>
          <p:nvPr/>
        </p:nvSpPr>
        <p:spPr>
          <a:xfrm xmlns:a="http://schemas.openxmlformats.org/drawingml/2006/main">
            <a:off x="7353300" y="2847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MHz</a:t>
            </a:r>
          </a:p>
        </p:txBody>
      </p:sp>
      <p:sp>
        <p:nvSpPr>
          <p:cNvPr id="40" name="">
            <a:extLst xmlns:a="http://schemas.openxmlformats.org/drawingml/2006/main">
              <a:ext uri="{FF2B5EF4-FFF2-40B4-BE49-F238E27FC236}">
                <a16:creationId xmlns:a16="http://schemas.microsoft.com/office/drawing/2014/main" id="{51FE7BD9-B61E-491C-877E-80BEC6DB1E13}"/>
              </a:ext>
            </a:extLst>
          </p:cNvPr>
          <p:cNvSpPr>
            <a:spLocks xmlns:a="http://schemas.openxmlformats.org/drawingml/2006/main" noGrp="1"/>
          </p:cNvSpPr>
          <p:nvPr/>
        </p:nvSpPr>
        <p:spPr>
          <a:xfrm xmlns:a="http://schemas.openxmlformats.org/drawingml/2006/main">
            <a:off x="8210550" y="2847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fmax ~55–62 MHz post-route</a:t>
            </a:r>
          </a:p>
        </p:txBody>
      </p:sp>
      <p:sp>
        <p:nvSpPr>
          <p:cNvPr id="41" name="">
            <a:extLst xmlns:a="http://schemas.openxmlformats.org/drawingml/2006/main">
              <a:ext uri="{FF2B5EF4-FFF2-40B4-BE49-F238E27FC236}">
                <a16:creationId xmlns:a16="http://schemas.microsoft.com/office/drawing/2014/main" id="{E5733DEA-D6F8-4714-A17F-7403F7FFD120}"/>
              </a:ext>
            </a:extLst>
          </p:cNvPr>
          <p:cNvSpPr>
            <a:spLocks xmlns:a="http://schemas.openxmlformats.org/drawingml/2006/main" noGrp="1"/>
          </p:cNvSpPr>
          <p:nvPr/>
        </p:nvSpPr>
        <p:spPr>
          <a:xfrm xmlns:a="http://schemas.openxmlformats.org/drawingml/2006/main">
            <a:off x="457200" y="3124200"/>
            <a:ext cx="1127760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4D702B5D-C1CD-478A-881E-00A7BDF70ADC}"/>
              </a:ext>
            </a:extLst>
          </p:cNvPr>
          <p:cNvSpPr>
            <a:spLocks xmlns:a="http://schemas.openxmlformats.org/drawingml/2006/main" noGrp="1"/>
          </p:cNvSpPr>
          <p:nvPr/>
        </p:nvSpPr>
        <p:spPr>
          <a:xfrm xmlns:a="http://schemas.openxmlformats.org/drawingml/2006/main">
            <a:off x="590550" y="3228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ADC input</a:t>
            </a:r>
          </a:p>
        </p:txBody>
      </p:sp>
      <p:sp>
        <p:nvSpPr>
          <p:cNvPr id="43" name="">
            <a:extLst xmlns:a="http://schemas.openxmlformats.org/drawingml/2006/main">
              <a:ext uri="{FF2B5EF4-FFF2-40B4-BE49-F238E27FC236}">
                <a16:creationId xmlns:a16="http://schemas.microsoft.com/office/drawing/2014/main" id="{CA34E971-5198-48E8-8F3D-9BD26F1C140A}"/>
              </a:ext>
            </a:extLst>
          </p:cNvPr>
          <p:cNvSpPr>
            <a:spLocks xmlns:a="http://schemas.openxmlformats.org/drawingml/2006/main" noGrp="1"/>
          </p:cNvSpPr>
          <p:nvPr/>
        </p:nvSpPr>
        <p:spPr>
          <a:xfrm xmlns:a="http://schemas.openxmlformats.org/drawingml/2006/main">
            <a:off x="2971800" y="3228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VINP / VINN</a:t>
            </a:r>
          </a:p>
        </p:txBody>
      </p:sp>
      <p:sp>
        <p:nvSpPr>
          <p:cNvPr id="44" name="">
            <a:extLst xmlns:a="http://schemas.openxmlformats.org/drawingml/2006/main">
              <a:ext uri="{FF2B5EF4-FFF2-40B4-BE49-F238E27FC236}">
                <a16:creationId xmlns:a16="http://schemas.microsoft.com/office/drawing/2014/main" id="{B70C5FD3-E96F-4416-AC6C-4914CF0E2C43}"/>
              </a:ext>
            </a:extLst>
          </p:cNvPr>
          <p:cNvSpPr>
            <a:spLocks xmlns:a="http://schemas.openxmlformats.org/drawingml/2006/main" noGrp="1"/>
          </p:cNvSpPr>
          <p:nvPr/>
        </p:nvSpPr>
        <p:spPr>
          <a:xfrm xmlns:a="http://schemas.openxmlformats.org/drawingml/2006/main">
            <a:off x="4210050" y="3228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a:t>
            </a:r>
          </a:p>
        </p:txBody>
      </p:sp>
      <p:sp>
        <p:nvSpPr>
          <p:cNvPr id="45" name="">
            <a:extLst xmlns:a="http://schemas.openxmlformats.org/drawingml/2006/main">
              <a:ext uri="{FF2B5EF4-FFF2-40B4-BE49-F238E27FC236}">
                <a16:creationId xmlns:a16="http://schemas.microsoft.com/office/drawing/2014/main" id="{5A1337C2-6250-4DBC-B39C-D5C444531B57}"/>
              </a:ext>
            </a:extLst>
          </p:cNvPr>
          <p:cNvSpPr>
            <a:spLocks xmlns:a="http://schemas.openxmlformats.org/drawingml/2006/main" noGrp="1"/>
          </p:cNvSpPr>
          <p:nvPr/>
        </p:nvSpPr>
        <p:spPr>
          <a:xfrm xmlns:a="http://schemas.openxmlformats.org/drawingml/2006/main">
            <a:off x="5257800" y="3228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a:t>
            </a:r>
          </a:p>
        </p:txBody>
      </p:sp>
      <p:sp>
        <p:nvSpPr>
          <p:cNvPr id="46" name="">
            <a:extLst xmlns:a="http://schemas.openxmlformats.org/drawingml/2006/main">
              <a:ext uri="{FF2B5EF4-FFF2-40B4-BE49-F238E27FC236}">
                <a16:creationId xmlns:a16="http://schemas.microsoft.com/office/drawing/2014/main" id="{AF1102B6-753D-47E1-AE93-0AB5C5834C69}"/>
              </a:ext>
            </a:extLst>
          </p:cNvPr>
          <p:cNvSpPr>
            <a:spLocks xmlns:a="http://schemas.openxmlformats.org/drawingml/2006/main" noGrp="1"/>
          </p:cNvSpPr>
          <p:nvPr/>
        </p:nvSpPr>
        <p:spPr>
          <a:xfrm xmlns:a="http://schemas.openxmlformats.org/drawingml/2006/main">
            <a:off x="6305550" y="3228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1.8</a:t>
            </a:r>
          </a:p>
        </p:txBody>
      </p:sp>
      <p:sp>
        <p:nvSpPr>
          <p:cNvPr id="47" name="">
            <a:extLst xmlns:a="http://schemas.openxmlformats.org/drawingml/2006/main">
              <a:ext uri="{FF2B5EF4-FFF2-40B4-BE49-F238E27FC236}">
                <a16:creationId xmlns:a16="http://schemas.microsoft.com/office/drawing/2014/main" id="{B5AE2149-3E9A-48C8-BDF9-E9CF3E13F12B}"/>
              </a:ext>
            </a:extLst>
          </p:cNvPr>
          <p:cNvSpPr>
            <a:spLocks xmlns:a="http://schemas.openxmlformats.org/drawingml/2006/main" noGrp="1"/>
          </p:cNvSpPr>
          <p:nvPr/>
        </p:nvSpPr>
        <p:spPr>
          <a:xfrm xmlns:a="http://schemas.openxmlformats.org/drawingml/2006/main">
            <a:off x="7353300" y="3228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48" name="">
            <a:extLst xmlns:a="http://schemas.openxmlformats.org/drawingml/2006/main">
              <a:ext uri="{FF2B5EF4-FFF2-40B4-BE49-F238E27FC236}">
                <a16:creationId xmlns:a16="http://schemas.microsoft.com/office/drawing/2014/main" id="{5B041B08-770D-4592-B436-2C7913F39AB8}"/>
              </a:ext>
            </a:extLst>
          </p:cNvPr>
          <p:cNvSpPr>
            <a:spLocks xmlns:a="http://schemas.openxmlformats.org/drawingml/2006/main" noGrp="1"/>
          </p:cNvSpPr>
          <p:nvPr/>
        </p:nvSpPr>
        <p:spPr>
          <a:xfrm xmlns:a="http://schemas.openxmlformats.org/drawingml/2006/main">
            <a:off x="8210550" y="3228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Differential, core domain</a:t>
            </a:r>
          </a:p>
        </p:txBody>
      </p:sp>
      <p:sp>
        <p:nvSpPr>
          <p:cNvPr id="49" name="">
            <a:extLst xmlns:a="http://schemas.openxmlformats.org/drawingml/2006/main">
              <a:ext uri="{FF2B5EF4-FFF2-40B4-BE49-F238E27FC236}">
                <a16:creationId xmlns:a16="http://schemas.microsoft.com/office/drawing/2014/main" id="{23455310-4851-4FD0-8F9F-FA3E91629794}"/>
              </a:ext>
            </a:extLst>
          </p:cNvPr>
          <p:cNvSpPr>
            <a:spLocks xmlns:a="http://schemas.openxmlformats.org/drawingml/2006/main" noGrp="1"/>
          </p:cNvSpPr>
          <p:nvPr/>
        </p:nvSpPr>
        <p:spPr>
          <a:xfrm xmlns:a="http://schemas.openxmlformats.org/drawingml/2006/main">
            <a:off x="457200" y="3505200"/>
            <a:ext cx="1127760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0" name="">
            <a:extLst xmlns:a="http://schemas.openxmlformats.org/drawingml/2006/main">
              <a:ext uri="{FF2B5EF4-FFF2-40B4-BE49-F238E27FC236}">
                <a16:creationId xmlns:a16="http://schemas.microsoft.com/office/drawing/2014/main" id="{7A7D1DBA-86C1-47D4-A941-14F12CEE87C6}"/>
              </a:ext>
            </a:extLst>
          </p:cNvPr>
          <p:cNvSpPr>
            <a:spLocks xmlns:a="http://schemas.openxmlformats.org/drawingml/2006/main" noGrp="1"/>
          </p:cNvSpPr>
          <p:nvPr/>
        </p:nvSpPr>
        <p:spPr>
          <a:xfrm xmlns:a="http://schemas.openxmlformats.org/drawingml/2006/main">
            <a:off x="590550" y="3609975"/>
            <a:ext cx="2171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Junction temp</a:t>
            </a:r>
          </a:p>
        </p:txBody>
      </p:sp>
      <p:sp>
        <p:nvSpPr>
          <p:cNvPr id="51" name="">
            <a:extLst xmlns:a="http://schemas.openxmlformats.org/drawingml/2006/main">
              <a:ext uri="{FF2B5EF4-FFF2-40B4-BE49-F238E27FC236}">
                <a16:creationId xmlns:a16="http://schemas.microsoft.com/office/drawing/2014/main" id="{7EAD9C16-5C6D-474F-B7F1-21BE31B5D4B8}"/>
              </a:ext>
            </a:extLst>
          </p:cNvPr>
          <p:cNvSpPr>
            <a:spLocks xmlns:a="http://schemas.openxmlformats.org/drawingml/2006/main" noGrp="1"/>
          </p:cNvSpPr>
          <p:nvPr/>
        </p:nvSpPr>
        <p:spPr>
          <a:xfrm xmlns:a="http://schemas.openxmlformats.org/drawingml/2006/main">
            <a:off x="2971800" y="3609975"/>
            <a:ext cx="1028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TJ</a:t>
            </a:r>
          </a:p>
        </p:txBody>
      </p:sp>
      <p:sp>
        <p:nvSpPr>
          <p:cNvPr id="52" name="">
            <a:extLst xmlns:a="http://schemas.openxmlformats.org/drawingml/2006/main">
              <a:ext uri="{FF2B5EF4-FFF2-40B4-BE49-F238E27FC236}">
                <a16:creationId xmlns:a16="http://schemas.microsoft.com/office/drawing/2014/main" id="{40066BFA-872E-4142-A334-81CAD1E14E93}"/>
              </a:ext>
            </a:extLst>
          </p:cNvPr>
          <p:cNvSpPr>
            <a:spLocks xmlns:a="http://schemas.openxmlformats.org/drawingml/2006/main" noGrp="1"/>
          </p:cNvSpPr>
          <p:nvPr/>
        </p:nvSpPr>
        <p:spPr>
          <a:xfrm xmlns:a="http://schemas.openxmlformats.org/drawingml/2006/main">
            <a:off x="4210050" y="3609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a:t>
            </a:r>
          </a:p>
        </p:txBody>
      </p:sp>
      <p:sp>
        <p:nvSpPr>
          <p:cNvPr id="53" name="">
            <a:extLst xmlns:a="http://schemas.openxmlformats.org/drawingml/2006/main">
              <a:ext uri="{FF2B5EF4-FFF2-40B4-BE49-F238E27FC236}">
                <a16:creationId xmlns:a16="http://schemas.microsoft.com/office/drawing/2014/main" id="{E8380787-7A86-4A74-B6CB-D008031849A3}"/>
              </a:ext>
            </a:extLst>
          </p:cNvPr>
          <p:cNvSpPr>
            <a:spLocks xmlns:a="http://schemas.openxmlformats.org/drawingml/2006/main" noGrp="1"/>
          </p:cNvSpPr>
          <p:nvPr/>
        </p:nvSpPr>
        <p:spPr>
          <a:xfrm xmlns:a="http://schemas.openxmlformats.org/drawingml/2006/main">
            <a:off x="5257800" y="3609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25</a:t>
            </a:r>
          </a:p>
        </p:txBody>
      </p:sp>
      <p:sp>
        <p:nvSpPr>
          <p:cNvPr id="54" name="">
            <a:extLst xmlns:a="http://schemas.openxmlformats.org/drawingml/2006/main">
              <a:ext uri="{FF2B5EF4-FFF2-40B4-BE49-F238E27FC236}">
                <a16:creationId xmlns:a16="http://schemas.microsoft.com/office/drawing/2014/main" id="{367B747D-BC2C-4ED3-89D3-1DBA337BD686}"/>
              </a:ext>
            </a:extLst>
          </p:cNvPr>
          <p:cNvSpPr>
            <a:spLocks xmlns:a="http://schemas.openxmlformats.org/drawingml/2006/main" noGrp="1"/>
          </p:cNvSpPr>
          <p:nvPr/>
        </p:nvSpPr>
        <p:spPr>
          <a:xfrm xmlns:a="http://schemas.openxmlformats.org/drawingml/2006/main">
            <a:off x="6305550" y="3609975"/>
            <a:ext cx="838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a:t>
            </a:r>
          </a:p>
        </p:txBody>
      </p:sp>
      <p:sp>
        <p:nvSpPr>
          <p:cNvPr id="55" name="">
            <a:extLst xmlns:a="http://schemas.openxmlformats.org/drawingml/2006/main">
              <a:ext uri="{FF2B5EF4-FFF2-40B4-BE49-F238E27FC236}">
                <a16:creationId xmlns:a16="http://schemas.microsoft.com/office/drawing/2014/main" id="{CDEE27B9-6A1E-4AF9-BAAB-CE1E7DD8F88C}"/>
              </a:ext>
            </a:extLst>
          </p:cNvPr>
          <p:cNvSpPr>
            <a:spLocks xmlns:a="http://schemas.openxmlformats.org/drawingml/2006/main" noGrp="1"/>
          </p:cNvSpPr>
          <p:nvPr/>
        </p:nvSpPr>
        <p:spPr>
          <a:xfrm xmlns:a="http://schemas.openxmlformats.org/drawingml/2006/main">
            <a:off x="7353300" y="3609975"/>
            <a:ext cx="6477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a:t>
            </a:r>
          </a:p>
        </p:txBody>
      </p:sp>
      <p:sp>
        <p:nvSpPr>
          <p:cNvPr id="56" name="">
            <a:extLst xmlns:a="http://schemas.openxmlformats.org/drawingml/2006/main">
              <a:ext uri="{FF2B5EF4-FFF2-40B4-BE49-F238E27FC236}">
                <a16:creationId xmlns:a16="http://schemas.microsoft.com/office/drawing/2014/main" id="{C72C5A97-C4B5-4ED4-8C3F-D21DFD2E3060}"/>
              </a:ext>
            </a:extLst>
          </p:cNvPr>
          <p:cNvSpPr>
            <a:spLocks xmlns:a="http://schemas.openxmlformats.org/drawingml/2006/main" noGrp="1"/>
          </p:cNvSpPr>
          <p:nvPr/>
        </p:nvSpPr>
        <p:spPr>
          <a:xfrm xmlns:a="http://schemas.openxmlformats.org/drawingml/2006/main">
            <a:off x="8210550" y="3609975"/>
            <a:ext cx="3448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Range set at characterisation</a:t>
            </a:r>
          </a:p>
        </p:txBody>
      </p:sp>
      <p:sp>
        <p:nvSpPr>
          <p:cNvPr id="57" name="">
            <a:extLst xmlns:a="http://schemas.openxmlformats.org/drawingml/2006/main">
              <a:ext uri="{FF2B5EF4-FFF2-40B4-BE49-F238E27FC236}">
                <a16:creationId xmlns:a16="http://schemas.microsoft.com/office/drawing/2014/main" id="{FA7C37E7-1DBF-42D0-8CAD-ADE77DBFE14E}"/>
              </a:ext>
            </a:extLst>
          </p:cNvPr>
          <p:cNvSpPr>
            <a:spLocks xmlns:a="http://schemas.openxmlformats.org/drawingml/2006/main" noGrp="1"/>
          </p:cNvSpPr>
          <p:nvPr/>
        </p:nvSpPr>
        <p:spPr>
          <a:xfrm xmlns:a="http://schemas.openxmlformats.org/drawingml/2006/main">
            <a:off x="457200" y="4095750"/>
            <a:ext cx="7239000" cy="3429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6E834A5F-7775-4F30-A1B3-997C366A8595}"/>
              </a:ext>
            </a:extLst>
          </p:cNvPr>
          <p:cNvSpPr>
            <a:spLocks xmlns:a="http://schemas.openxmlformats.org/drawingml/2006/main" noGrp="1"/>
          </p:cNvSpPr>
          <p:nvPr/>
        </p:nvSpPr>
        <p:spPr>
          <a:xfrm xmlns:a="http://schemas.openxmlformats.org/drawingml/2006/main">
            <a:off x="590550" y="4210050"/>
            <a:ext cx="2952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ABSOLUTE MAXIMUM</a:t>
            </a:r>
          </a:p>
        </p:txBody>
      </p:sp>
      <p:sp>
        <p:nvSpPr>
          <p:cNvPr id="59" name="">
            <a:extLst xmlns:a="http://schemas.openxmlformats.org/drawingml/2006/main">
              <a:ext uri="{FF2B5EF4-FFF2-40B4-BE49-F238E27FC236}">
                <a16:creationId xmlns:a16="http://schemas.microsoft.com/office/drawing/2014/main" id="{2B3EE5F1-B1E4-4C85-B544-C9192E51ABC4}"/>
              </a:ext>
            </a:extLst>
          </p:cNvPr>
          <p:cNvSpPr>
            <a:spLocks xmlns:a="http://schemas.openxmlformats.org/drawingml/2006/main" noGrp="1"/>
          </p:cNvSpPr>
          <p:nvPr/>
        </p:nvSpPr>
        <p:spPr>
          <a:xfrm xmlns:a="http://schemas.openxmlformats.org/drawingml/2006/main">
            <a:off x="3733800" y="4210050"/>
            <a:ext cx="952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MIN</a:t>
            </a:r>
          </a:p>
        </p:txBody>
      </p:sp>
      <p:sp>
        <p:nvSpPr>
          <p:cNvPr id="60" name="">
            <a:extLst xmlns:a="http://schemas.openxmlformats.org/drawingml/2006/main">
              <a:ext uri="{FF2B5EF4-FFF2-40B4-BE49-F238E27FC236}">
                <a16:creationId xmlns:a16="http://schemas.microsoft.com/office/drawing/2014/main" id="{F191ADD1-AD73-48A5-A7F2-45B29EB7B704}"/>
              </a:ext>
            </a:extLst>
          </p:cNvPr>
          <p:cNvSpPr>
            <a:spLocks xmlns:a="http://schemas.openxmlformats.org/drawingml/2006/main" noGrp="1"/>
          </p:cNvSpPr>
          <p:nvPr/>
        </p:nvSpPr>
        <p:spPr>
          <a:xfrm xmlns:a="http://schemas.openxmlformats.org/drawingml/2006/main">
            <a:off x="4876800" y="4210050"/>
            <a:ext cx="1714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MAX</a:t>
            </a:r>
          </a:p>
        </p:txBody>
      </p:sp>
      <p:sp>
        <p:nvSpPr>
          <p:cNvPr id="61" name="">
            <a:extLst xmlns:a="http://schemas.openxmlformats.org/drawingml/2006/main">
              <a:ext uri="{FF2B5EF4-FFF2-40B4-BE49-F238E27FC236}">
                <a16:creationId xmlns:a16="http://schemas.microsoft.com/office/drawing/2014/main" id="{121436A8-34E6-4E8C-9CEA-FC0D8F65ED06}"/>
              </a:ext>
            </a:extLst>
          </p:cNvPr>
          <p:cNvSpPr>
            <a:spLocks xmlns:a="http://schemas.openxmlformats.org/drawingml/2006/main" noGrp="1"/>
          </p:cNvSpPr>
          <p:nvPr/>
        </p:nvSpPr>
        <p:spPr>
          <a:xfrm xmlns:a="http://schemas.openxmlformats.org/drawingml/2006/main">
            <a:off x="6781800" y="421005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UNIT</a:t>
            </a:r>
          </a:p>
        </p:txBody>
      </p:sp>
      <p:sp>
        <p:nvSpPr>
          <p:cNvPr id="62" name="">
            <a:extLst xmlns:a="http://schemas.openxmlformats.org/drawingml/2006/main">
              <a:ext uri="{FF2B5EF4-FFF2-40B4-BE49-F238E27FC236}">
                <a16:creationId xmlns:a16="http://schemas.microsoft.com/office/drawing/2014/main" id="{81D02DBD-7FA5-4F02-B96C-8394DCC7A653}"/>
              </a:ext>
            </a:extLst>
          </p:cNvPr>
          <p:cNvSpPr>
            <a:spLocks xmlns:a="http://schemas.openxmlformats.org/drawingml/2006/main" noGrp="1"/>
          </p:cNvSpPr>
          <p:nvPr/>
        </p:nvSpPr>
        <p:spPr>
          <a:xfrm xmlns:a="http://schemas.openxmlformats.org/drawingml/2006/main">
            <a:off x="457200" y="4438650"/>
            <a:ext cx="7239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63" name="">
            <a:extLst xmlns:a="http://schemas.openxmlformats.org/drawingml/2006/main">
              <a:ext uri="{FF2B5EF4-FFF2-40B4-BE49-F238E27FC236}">
                <a16:creationId xmlns:a16="http://schemas.microsoft.com/office/drawing/2014/main" id="{E08D0E51-3F7D-44EC-88AE-372156017D3D}"/>
              </a:ext>
            </a:extLst>
          </p:cNvPr>
          <p:cNvSpPr>
            <a:spLocks xmlns:a="http://schemas.openxmlformats.org/drawingml/2006/main" noGrp="1"/>
          </p:cNvSpPr>
          <p:nvPr/>
        </p:nvSpPr>
        <p:spPr>
          <a:xfrm xmlns:a="http://schemas.openxmlformats.org/drawingml/2006/main">
            <a:off x="590550" y="454342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Core supply vccd1</a:t>
            </a:r>
          </a:p>
        </p:txBody>
      </p:sp>
      <p:sp>
        <p:nvSpPr>
          <p:cNvPr id="64" name="">
            <a:extLst xmlns:a="http://schemas.openxmlformats.org/drawingml/2006/main">
              <a:ext uri="{FF2B5EF4-FFF2-40B4-BE49-F238E27FC236}">
                <a16:creationId xmlns:a16="http://schemas.microsoft.com/office/drawing/2014/main" id="{75DB29F3-587E-41E0-AA2B-096818954ED2}"/>
              </a:ext>
            </a:extLst>
          </p:cNvPr>
          <p:cNvSpPr>
            <a:spLocks xmlns:a="http://schemas.openxmlformats.org/drawingml/2006/main" noGrp="1"/>
          </p:cNvSpPr>
          <p:nvPr/>
        </p:nvSpPr>
        <p:spPr>
          <a:xfrm xmlns:a="http://schemas.openxmlformats.org/drawingml/2006/main">
            <a:off x="3733800" y="454342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−0.3</a:t>
            </a:r>
          </a:p>
        </p:txBody>
      </p:sp>
      <p:sp>
        <p:nvSpPr>
          <p:cNvPr id="65" name="">
            <a:extLst xmlns:a="http://schemas.openxmlformats.org/drawingml/2006/main">
              <a:ext uri="{FF2B5EF4-FFF2-40B4-BE49-F238E27FC236}">
                <a16:creationId xmlns:a16="http://schemas.microsoft.com/office/drawing/2014/main" id="{A9B6863F-F64D-4103-B14C-F94ECAF1AD94}"/>
              </a:ext>
            </a:extLst>
          </p:cNvPr>
          <p:cNvSpPr>
            <a:spLocks xmlns:a="http://schemas.openxmlformats.org/drawingml/2006/main" noGrp="1"/>
          </p:cNvSpPr>
          <p:nvPr/>
        </p:nvSpPr>
        <p:spPr>
          <a:xfrm xmlns:a="http://schemas.openxmlformats.org/drawingml/2006/main">
            <a:off x="4876800" y="454342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1.95</a:t>
            </a:r>
          </a:p>
        </p:txBody>
      </p:sp>
      <p:sp>
        <p:nvSpPr>
          <p:cNvPr id="66" name="">
            <a:extLst xmlns:a="http://schemas.openxmlformats.org/drawingml/2006/main">
              <a:ext uri="{FF2B5EF4-FFF2-40B4-BE49-F238E27FC236}">
                <a16:creationId xmlns:a16="http://schemas.microsoft.com/office/drawing/2014/main" id="{AF551DFE-0F0B-4778-8716-DEC30B78A7A6}"/>
              </a:ext>
            </a:extLst>
          </p:cNvPr>
          <p:cNvSpPr>
            <a:spLocks xmlns:a="http://schemas.openxmlformats.org/drawingml/2006/main" noGrp="1"/>
          </p:cNvSpPr>
          <p:nvPr/>
        </p:nvSpPr>
        <p:spPr>
          <a:xfrm xmlns:a="http://schemas.openxmlformats.org/drawingml/2006/main">
            <a:off x="6781800" y="454342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67" name="">
            <a:extLst xmlns:a="http://schemas.openxmlformats.org/drawingml/2006/main">
              <a:ext uri="{FF2B5EF4-FFF2-40B4-BE49-F238E27FC236}">
                <a16:creationId xmlns:a16="http://schemas.microsoft.com/office/drawing/2014/main" id="{A46F1908-679C-4D81-9D48-F359C1EDFE53}"/>
              </a:ext>
            </a:extLst>
          </p:cNvPr>
          <p:cNvSpPr>
            <a:spLocks xmlns:a="http://schemas.openxmlformats.org/drawingml/2006/main" noGrp="1"/>
          </p:cNvSpPr>
          <p:nvPr/>
        </p:nvSpPr>
        <p:spPr>
          <a:xfrm xmlns:a="http://schemas.openxmlformats.org/drawingml/2006/main">
            <a:off x="457200" y="4762500"/>
            <a:ext cx="7239000" cy="3238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68" name="">
            <a:extLst xmlns:a="http://schemas.openxmlformats.org/drawingml/2006/main">
              <a:ext uri="{FF2B5EF4-FFF2-40B4-BE49-F238E27FC236}">
                <a16:creationId xmlns:a16="http://schemas.microsoft.com/office/drawing/2014/main" id="{4317D330-E8D9-4AF6-A4ED-2D211314CB74}"/>
              </a:ext>
            </a:extLst>
          </p:cNvPr>
          <p:cNvSpPr>
            <a:spLocks xmlns:a="http://schemas.openxmlformats.org/drawingml/2006/main" noGrp="1"/>
          </p:cNvSpPr>
          <p:nvPr/>
        </p:nvSpPr>
        <p:spPr>
          <a:xfrm xmlns:a="http://schemas.openxmlformats.org/drawingml/2006/main">
            <a:off x="590550" y="486727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I/O supply vddio</a:t>
            </a:r>
          </a:p>
        </p:txBody>
      </p:sp>
      <p:sp>
        <p:nvSpPr>
          <p:cNvPr id="69" name="">
            <a:extLst xmlns:a="http://schemas.openxmlformats.org/drawingml/2006/main">
              <a:ext uri="{FF2B5EF4-FFF2-40B4-BE49-F238E27FC236}">
                <a16:creationId xmlns:a16="http://schemas.microsoft.com/office/drawing/2014/main" id="{65934859-8E36-45DA-8E06-87A9FF93E1CF}"/>
              </a:ext>
            </a:extLst>
          </p:cNvPr>
          <p:cNvSpPr>
            <a:spLocks xmlns:a="http://schemas.openxmlformats.org/drawingml/2006/main" noGrp="1"/>
          </p:cNvSpPr>
          <p:nvPr/>
        </p:nvSpPr>
        <p:spPr>
          <a:xfrm xmlns:a="http://schemas.openxmlformats.org/drawingml/2006/main">
            <a:off x="3733800" y="486727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−0.3</a:t>
            </a:r>
          </a:p>
        </p:txBody>
      </p:sp>
      <p:sp>
        <p:nvSpPr>
          <p:cNvPr id="70" name="">
            <a:extLst xmlns:a="http://schemas.openxmlformats.org/drawingml/2006/main">
              <a:ext uri="{FF2B5EF4-FFF2-40B4-BE49-F238E27FC236}">
                <a16:creationId xmlns:a16="http://schemas.microsoft.com/office/drawing/2014/main" id="{72CC69C9-9498-4E13-9C4B-4478751EB9A5}"/>
              </a:ext>
            </a:extLst>
          </p:cNvPr>
          <p:cNvSpPr>
            <a:spLocks xmlns:a="http://schemas.openxmlformats.org/drawingml/2006/main" noGrp="1"/>
          </p:cNvSpPr>
          <p:nvPr/>
        </p:nvSpPr>
        <p:spPr>
          <a:xfrm xmlns:a="http://schemas.openxmlformats.org/drawingml/2006/main">
            <a:off x="4876800" y="486727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3.63</a:t>
            </a:r>
          </a:p>
        </p:txBody>
      </p:sp>
      <p:sp>
        <p:nvSpPr>
          <p:cNvPr id="71" name="">
            <a:extLst xmlns:a="http://schemas.openxmlformats.org/drawingml/2006/main">
              <a:ext uri="{FF2B5EF4-FFF2-40B4-BE49-F238E27FC236}">
                <a16:creationId xmlns:a16="http://schemas.microsoft.com/office/drawing/2014/main" id="{824362E0-5F8F-4249-8AA3-E1BA04C063B8}"/>
              </a:ext>
            </a:extLst>
          </p:cNvPr>
          <p:cNvSpPr>
            <a:spLocks xmlns:a="http://schemas.openxmlformats.org/drawingml/2006/main" noGrp="1"/>
          </p:cNvSpPr>
          <p:nvPr/>
        </p:nvSpPr>
        <p:spPr>
          <a:xfrm xmlns:a="http://schemas.openxmlformats.org/drawingml/2006/main">
            <a:off x="6781800" y="486727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72" name="">
            <a:extLst xmlns:a="http://schemas.openxmlformats.org/drawingml/2006/main">
              <a:ext uri="{FF2B5EF4-FFF2-40B4-BE49-F238E27FC236}">
                <a16:creationId xmlns:a16="http://schemas.microsoft.com/office/drawing/2014/main" id="{1C729033-CDD2-4C67-B60E-2B2A228B8A9E}"/>
              </a:ext>
            </a:extLst>
          </p:cNvPr>
          <p:cNvSpPr>
            <a:spLocks xmlns:a="http://schemas.openxmlformats.org/drawingml/2006/main" noGrp="1"/>
          </p:cNvSpPr>
          <p:nvPr/>
        </p:nvSpPr>
        <p:spPr>
          <a:xfrm xmlns:a="http://schemas.openxmlformats.org/drawingml/2006/main">
            <a:off x="457200" y="5086350"/>
            <a:ext cx="7239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3" name="">
            <a:extLst xmlns:a="http://schemas.openxmlformats.org/drawingml/2006/main">
              <a:ext uri="{FF2B5EF4-FFF2-40B4-BE49-F238E27FC236}">
                <a16:creationId xmlns:a16="http://schemas.microsoft.com/office/drawing/2014/main" id="{B4D81437-91B9-4822-B21C-F362EB20A548}"/>
              </a:ext>
            </a:extLst>
          </p:cNvPr>
          <p:cNvSpPr>
            <a:spLocks xmlns:a="http://schemas.openxmlformats.org/drawingml/2006/main" noGrp="1"/>
          </p:cNvSpPr>
          <p:nvPr/>
        </p:nvSpPr>
        <p:spPr>
          <a:xfrm xmlns:a="http://schemas.openxmlformats.org/drawingml/2006/main">
            <a:off x="590550" y="519112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Any digital pad</a:t>
            </a:r>
          </a:p>
        </p:txBody>
      </p:sp>
      <p:sp>
        <p:nvSpPr>
          <p:cNvPr id="74" name="">
            <a:extLst xmlns:a="http://schemas.openxmlformats.org/drawingml/2006/main">
              <a:ext uri="{FF2B5EF4-FFF2-40B4-BE49-F238E27FC236}">
                <a16:creationId xmlns:a16="http://schemas.microsoft.com/office/drawing/2014/main" id="{95F23BFE-1EF5-4543-9D12-D319EA577B7F}"/>
              </a:ext>
            </a:extLst>
          </p:cNvPr>
          <p:cNvSpPr>
            <a:spLocks xmlns:a="http://schemas.openxmlformats.org/drawingml/2006/main" noGrp="1"/>
          </p:cNvSpPr>
          <p:nvPr/>
        </p:nvSpPr>
        <p:spPr>
          <a:xfrm xmlns:a="http://schemas.openxmlformats.org/drawingml/2006/main">
            <a:off x="3733800" y="519112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−0.3</a:t>
            </a:r>
          </a:p>
        </p:txBody>
      </p:sp>
      <p:sp>
        <p:nvSpPr>
          <p:cNvPr id="75" name="">
            <a:extLst xmlns:a="http://schemas.openxmlformats.org/drawingml/2006/main">
              <a:ext uri="{FF2B5EF4-FFF2-40B4-BE49-F238E27FC236}">
                <a16:creationId xmlns:a16="http://schemas.microsoft.com/office/drawing/2014/main" id="{1870F176-E925-4080-AE63-621247F96FCC}"/>
              </a:ext>
            </a:extLst>
          </p:cNvPr>
          <p:cNvSpPr>
            <a:spLocks xmlns:a="http://schemas.openxmlformats.org/drawingml/2006/main" noGrp="1"/>
          </p:cNvSpPr>
          <p:nvPr/>
        </p:nvSpPr>
        <p:spPr>
          <a:xfrm xmlns:a="http://schemas.openxmlformats.org/drawingml/2006/main">
            <a:off x="4876800" y="519112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vddio + 0.3</a:t>
            </a:r>
          </a:p>
        </p:txBody>
      </p:sp>
      <p:sp>
        <p:nvSpPr>
          <p:cNvPr id="76" name="">
            <a:extLst xmlns:a="http://schemas.openxmlformats.org/drawingml/2006/main">
              <a:ext uri="{FF2B5EF4-FFF2-40B4-BE49-F238E27FC236}">
                <a16:creationId xmlns:a16="http://schemas.microsoft.com/office/drawing/2014/main" id="{5AFAA74C-9967-4D77-9D13-4F356A552BFB}"/>
              </a:ext>
            </a:extLst>
          </p:cNvPr>
          <p:cNvSpPr>
            <a:spLocks xmlns:a="http://schemas.openxmlformats.org/drawingml/2006/main" noGrp="1"/>
          </p:cNvSpPr>
          <p:nvPr/>
        </p:nvSpPr>
        <p:spPr>
          <a:xfrm xmlns:a="http://schemas.openxmlformats.org/drawingml/2006/main">
            <a:off x="6781800" y="519112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77" name="">
            <a:extLst xmlns:a="http://schemas.openxmlformats.org/drawingml/2006/main">
              <a:ext uri="{FF2B5EF4-FFF2-40B4-BE49-F238E27FC236}">
                <a16:creationId xmlns:a16="http://schemas.microsoft.com/office/drawing/2014/main" id="{63EF16D1-75EF-4871-B88C-B1C66B55CD5C}"/>
              </a:ext>
            </a:extLst>
          </p:cNvPr>
          <p:cNvSpPr>
            <a:spLocks xmlns:a="http://schemas.openxmlformats.org/drawingml/2006/main" noGrp="1"/>
          </p:cNvSpPr>
          <p:nvPr/>
        </p:nvSpPr>
        <p:spPr>
          <a:xfrm xmlns:a="http://schemas.openxmlformats.org/drawingml/2006/main">
            <a:off x="457200" y="5410200"/>
            <a:ext cx="7239000" cy="3238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78" name="">
            <a:extLst xmlns:a="http://schemas.openxmlformats.org/drawingml/2006/main">
              <a:ext uri="{FF2B5EF4-FFF2-40B4-BE49-F238E27FC236}">
                <a16:creationId xmlns:a16="http://schemas.microsoft.com/office/drawing/2014/main" id="{8CEA7508-8031-4B8D-B460-338884B8CB74}"/>
              </a:ext>
            </a:extLst>
          </p:cNvPr>
          <p:cNvSpPr>
            <a:spLocks xmlns:a="http://schemas.openxmlformats.org/drawingml/2006/main" noGrp="1"/>
          </p:cNvSpPr>
          <p:nvPr/>
        </p:nvSpPr>
        <p:spPr>
          <a:xfrm xmlns:a="http://schemas.openxmlformats.org/drawingml/2006/main">
            <a:off x="590550" y="551497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Analog pad</a:t>
            </a:r>
          </a:p>
        </p:txBody>
      </p:sp>
      <p:sp>
        <p:nvSpPr>
          <p:cNvPr id="79" name="">
            <a:extLst xmlns:a="http://schemas.openxmlformats.org/drawingml/2006/main">
              <a:ext uri="{FF2B5EF4-FFF2-40B4-BE49-F238E27FC236}">
                <a16:creationId xmlns:a16="http://schemas.microsoft.com/office/drawing/2014/main" id="{644108BA-66CD-40BC-9443-626D0F65EE57}"/>
              </a:ext>
            </a:extLst>
          </p:cNvPr>
          <p:cNvSpPr>
            <a:spLocks xmlns:a="http://schemas.openxmlformats.org/drawingml/2006/main" noGrp="1"/>
          </p:cNvSpPr>
          <p:nvPr/>
        </p:nvSpPr>
        <p:spPr>
          <a:xfrm xmlns:a="http://schemas.openxmlformats.org/drawingml/2006/main">
            <a:off x="3733800" y="551497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−0.3</a:t>
            </a:r>
          </a:p>
        </p:txBody>
      </p:sp>
      <p:sp>
        <p:nvSpPr>
          <p:cNvPr id="80" name="">
            <a:extLst xmlns:a="http://schemas.openxmlformats.org/drawingml/2006/main">
              <a:ext uri="{FF2B5EF4-FFF2-40B4-BE49-F238E27FC236}">
                <a16:creationId xmlns:a16="http://schemas.microsoft.com/office/drawing/2014/main" id="{51D6E392-B06B-4CDF-8431-316FD1103C5E}"/>
              </a:ext>
            </a:extLst>
          </p:cNvPr>
          <p:cNvSpPr>
            <a:spLocks xmlns:a="http://schemas.openxmlformats.org/drawingml/2006/main" noGrp="1"/>
          </p:cNvSpPr>
          <p:nvPr/>
        </p:nvSpPr>
        <p:spPr>
          <a:xfrm xmlns:a="http://schemas.openxmlformats.org/drawingml/2006/main">
            <a:off x="4876800" y="551497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vccd1 + 0.3</a:t>
            </a:r>
          </a:p>
        </p:txBody>
      </p:sp>
      <p:sp>
        <p:nvSpPr>
          <p:cNvPr id="81" name="">
            <a:extLst xmlns:a="http://schemas.openxmlformats.org/drawingml/2006/main">
              <a:ext uri="{FF2B5EF4-FFF2-40B4-BE49-F238E27FC236}">
                <a16:creationId xmlns:a16="http://schemas.microsoft.com/office/drawing/2014/main" id="{94707B1D-7E31-4135-802E-E57B0F88E456}"/>
              </a:ext>
            </a:extLst>
          </p:cNvPr>
          <p:cNvSpPr>
            <a:spLocks xmlns:a="http://schemas.openxmlformats.org/drawingml/2006/main" noGrp="1"/>
          </p:cNvSpPr>
          <p:nvPr/>
        </p:nvSpPr>
        <p:spPr>
          <a:xfrm xmlns:a="http://schemas.openxmlformats.org/drawingml/2006/main">
            <a:off x="6781800" y="551497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V</a:t>
            </a:r>
          </a:p>
        </p:txBody>
      </p:sp>
      <p:sp>
        <p:nvSpPr>
          <p:cNvPr id="82" name="">
            <a:extLst xmlns:a="http://schemas.openxmlformats.org/drawingml/2006/main">
              <a:ext uri="{FF2B5EF4-FFF2-40B4-BE49-F238E27FC236}">
                <a16:creationId xmlns:a16="http://schemas.microsoft.com/office/drawing/2014/main" id="{7DCD15D7-36C2-4F3B-BACD-60F886389FA0}"/>
              </a:ext>
            </a:extLst>
          </p:cNvPr>
          <p:cNvSpPr>
            <a:spLocks xmlns:a="http://schemas.openxmlformats.org/drawingml/2006/main" noGrp="1"/>
          </p:cNvSpPr>
          <p:nvPr/>
        </p:nvSpPr>
        <p:spPr>
          <a:xfrm xmlns:a="http://schemas.openxmlformats.org/drawingml/2006/main">
            <a:off x="457200" y="5734050"/>
            <a:ext cx="72390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83" name="">
            <a:extLst xmlns:a="http://schemas.openxmlformats.org/drawingml/2006/main">
              <a:ext uri="{FF2B5EF4-FFF2-40B4-BE49-F238E27FC236}">
                <a16:creationId xmlns:a16="http://schemas.microsoft.com/office/drawing/2014/main" id="{D4B90BA4-9347-4CA9-8B3C-E2D976BF4356}"/>
              </a:ext>
            </a:extLst>
          </p:cNvPr>
          <p:cNvSpPr>
            <a:spLocks xmlns:a="http://schemas.openxmlformats.org/drawingml/2006/main" noGrp="1"/>
          </p:cNvSpPr>
          <p:nvPr/>
        </p:nvSpPr>
        <p:spPr>
          <a:xfrm xmlns:a="http://schemas.openxmlformats.org/drawingml/2006/main">
            <a:off x="590550" y="5838825"/>
            <a:ext cx="29337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Storage temperature (target)</a:t>
            </a:r>
          </a:p>
        </p:txBody>
      </p:sp>
      <p:sp>
        <p:nvSpPr>
          <p:cNvPr id="84" name="">
            <a:extLst xmlns:a="http://schemas.openxmlformats.org/drawingml/2006/main">
              <a:ext uri="{FF2B5EF4-FFF2-40B4-BE49-F238E27FC236}">
                <a16:creationId xmlns:a16="http://schemas.microsoft.com/office/drawing/2014/main" id="{DF4C1666-AA95-4A5B-B076-B51312A56B27}"/>
              </a:ext>
            </a:extLst>
          </p:cNvPr>
          <p:cNvSpPr>
            <a:spLocks xmlns:a="http://schemas.openxmlformats.org/drawingml/2006/main" noGrp="1"/>
          </p:cNvSpPr>
          <p:nvPr/>
        </p:nvSpPr>
        <p:spPr>
          <a:xfrm xmlns:a="http://schemas.openxmlformats.org/drawingml/2006/main">
            <a:off x="3733800" y="5838825"/>
            <a:ext cx="933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−40</a:t>
            </a:r>
          </a:p>
        </p:txBody>
      </p:sp>
      <p:sp>
        <p:nvSpPr>
          <p:cNvPr id="85" name="">
            <a:extLst xmlns:a="http://schemas.openxmlformats.org/drawingml/2006/main">
              <a:ext uri="{FF2B5EF4-FFF2-40B4-BE49-F238E27FC236}">
                <a16:creationId xmlns:a16="http://schemas.microsoft.com/office/drawing/2014/main" id="{45D9D6C3-35A9-4C07-B305-8D5B4DBA4F6E}"/>
              </a:ext>
            </a:extLst>
          </p:cNvPr>
          <p:cNvSpPr>
            <a:spLocks xmlns:a="http://schemas.openxmlformats.org/drawingml/2006/main" noGrp="1"/>
          </p:cNvSpPr>
          <p:nvPr/>
        </p:nvSpPr>
        <p:spPr>
          <a:xfrm xmlns:a="http://schemas.openxmlformats.org/drawingml/2006/main">
            <a:off x="4876800" y="5838825"/>
            <a:ext cx="16954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125</a:t>
            </a:r>
          </a:p>
        </p:txBody>
      </p:sp>
      <p:sp>
        <p:nvSpPr>
          <p:cNvPr id="86" name="">
            <a:extLst xmlns:a="http://schemas.openxmlformats.org/drawingml/2006/main">
              <a:ext uri="{FF2B5EF4-FFF2-40B4-BE49-F238E27FC236}">
                <a16:creationId xmlns:a16="http://schemas.microsoft.com/office/drawing/2014/main" id="{C466E94D-CEAF-4455-B07D-2F64CA789407}"/>
              </a:ext>
            </a:extLst>
          </p:cNvPr>
          <p:cNvSpPr>
            <a:spLocks xmlns:a="http://schemas.openxmlformats.org/drawingml/2006/main" noGrp="1"/>
          </p:cNvSpPr>
          <p:nvPr/>
        </p:nvSpPr>
        <p:spPr>
          <a:xfrm xmlns:a="http://schemas.openxmlformats.org/drawingml/2006/main">
            <a:off x="6781800" y="5838825"/>
            <a:ext cx="8382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a:t>
            </a:r>
          </a:p>
        </p:txBody>
      </p:sp>
      <p:sp>
        <p:nvSpPr>
          <p:cNvPr id="87" name="">
            <a:extLst xmlns:a="http://schemas.openxmlformats.org/drawingml/2006/main">
              <a:ext uri="{FF2B5EF4-FFF2-40B4-BE49-F238E27FC236}">
                <a16:creationId xmlns:a16="http://schemas.microsoft.com/office/drawing/2014/main" id="{B472956E-0D64-4844-B269-D1B86C8B41FF}"/>
              </a:ext>
            </a:extLst>
          </p:cNvPr>
          <p:cNvSpPr>
            <a:spLocks xmlns:a="http://schemas.openxmlformats.org/drawingml/2006/main" noGrp="1"/>
          </p:cNvSpPr>
          <p:nvPr/>
        </p:nvSpPr>
        <p:spPr>
          <a:xfrm xmlns:a="http://schemas.openxmlformats.org/drawingml/2006/main">
            <a:off x="7962900" y="4095750"/>
            <a:ext cx="377190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E2E8F0"/>
            </a:solidFill>
            <a:prstDash val="solid"/>
          </a:ln>
        </p:spPr>
      </p:sp>
      <p:sp>
        <p:nvSpPr>
          <p:cNvPr id="88" name="">
            <a:extLst xmlns:a="http://schemas.openxmlformats.org/drawingml/2006/main">
              <a:ext uri="{FF2B5EF4-FFF2-40B4-BE49-F238E27FC236}">
                <a16:creationId xmlns:a16="http://schemas.microsoft.com/office/drawing/2014/main" id="{C002806A-2251-40B6-B190-92D9DA7D33EF}"/>
              </a:ext>
            </a:extLst>
          </p:cNvPr>
          <p:cNvSpPr>
            <a:spLocks xmlns:a="http://schemas.openxmlformats.org/drawingml/2006/main" noGrp="1"/>
          </p:cNvSpPr>
          <p:nvPr/>
        </p:nvSpPr>
        <p:spPr>
          <a:xfrm xmlns:a="http://schemas.openxmlformats.org/drawingml/2006/main">
            <a:off x="7962900" y="4095750"/>
            <a:ext cx="57150" cy="17335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4F6221D6-2D4E-42CA-A82F-96482634A08F}"/>
              </a:ext>
            </a:extLst>
          </p:cNvPr>
          <p:cNvSpPr>
            <a:spLocks xmlns:a="http://schemas.openxmlformats.org/drawingml/2006/main" noGrp="1"/>
          </p:cNvSpPr>
          <p:nvPr/>
        </p:nvSpPr>
        <p:spPr>
          <a:xfrm xmlns:a="http://schemas.openxmlformats.org/drawingml/2006/main">
            <a:off x="8191500" y="4286250"/>
            <a:ext cx="3352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every row is provisional</a:t>
            </a:r>
          </a:p>
        </p:txBody>
      </p:sp>
      <p:sp>
        <p:nvSpPr>
          <p:cNvPr id="90" name="">
            <a:extLst xmlns:a="http://schemas.openxmlformats.org/drawingml/2006/main">
              <a:ext uri="{FF2B5EF4-FFF2-40B4-BE49-F238E27FC236}">
                <a16:creationId xmlns:a16="http://schemas.microsoft.com/office/drawing/2014/main" id="{95555DB4-0055-4170-8E1A-209481550E72}"/>
              </a:ext>
            </a:extLst>
          </p:cNvPr>
          <p:cNvSpPr>
            <a:spLocks xmlns:a="http://schemas.openxmlformats.org/drawingml/2006/main" noGrp="1"/>
          </p:cNvSpPr>
          <p:nvPr/>
        </p:nvSpPr>
        <p:spPr>
          <a:xfrm xmlns:a="http://schemas.openxmlformats.org/drawingml/2006/main">
            <a:off x="8191500" y="4648200"/>
            <a:ext cx="33147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These are process nominals for this die’s supply domains. First-silicon characterisation replaces the section.</a:t>
            </a:r>
          </a:p>
        </p:txBody>
      </p:sp>
      <p:sp>
        <p:nvSpPr>
          <p:cNvPr id="91" name="">
            <a:extLst xmlns:a="http://schemas.openxmlformats.org/drawingml/2006/main">
              <a:ext uri="{FF2B5EF4-FFF2-40B4-BE49-F238E27FC236}">
                <a16:creationId xmlns:a16="http://schemas.microsoft.com/office/drawing/2014/main" id="{A4B995BC-AFD6-4FBA-98F9-45C581B8B323}"/>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§4.1–4.2. Absolute maximums are process limits, pre-characterisation.</a:t>
            </a:r>
          </a:p>
        </p:txBody>
      </p:sp>
    </p:spTree>
    <p:extLst>
      <p:ext uri="{BB962C8B-B14F-4D97-AF65-F5344CB8AC3E}">
        <p14:creationId xmlns:p14="http://schemas.microsoft.com/office/powerpoint/2010/main" val="12793579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AC2DFDBA-C805-4179-A97D-86290A3FB1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8D2B7C-0E24-43E7-8206-340E9F3F27CA}"/>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07 · POWER</a:t>
            </a:r>
          </a:p>
        </p:txBody>
      </p:sp>
      <p:sp>
        <p:nvSpPr>
          <p:cNvPr id="3" name="">
            <a:extLst xmlns:a="http://schemas.openxmlformats.org/drawingml/2006/main">
              <a:ext uri="{FF2B5EF4-FFF2-40B4-BE49-F238E27FC236}">
                <a16:creationId xmlns:a16="http://schemas.microsoft.com/office/drawing/2014/main" id="{D9BB87F4-067C-4C60-88E7-FF6D249A55E9}"/>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All logic draws from one 1.8 V rail</a:t>
            </a:r>
          </a:p>
        </p:txBody>
      </p:sp>
      <p:sp>
        <p:nvSpPr>
          <p:cNvPr id="4" name="">
            <a:extLst xmlns:a="http://schemas.openxmlformats.org/drawingml/2006/main">
              <a:ext uri="{FF2B5EF4-FFF2-40B4-BE49-F238E27FC236}">
                <a16:creationId xmlns:a16="http://schemas.microsoft.com/office/drawing/2014/main" id="{EBA566D4-9EA0-49E5-A815-4AD81EAB5BA5}"/>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Which rails are required, which are tie-offs, and the order they come up</a:t>
            </a:r>
          </a:p>
        </p:txBody>
      </p:sp>
      <p:sp>
        <p:nvSpPr>
          <p:cNvPr id="5" name="">
            <a:extLst xmlns:a="http://schemas.openxmlformats.org/drawingml/2006/main">
              <a:ext uri="{FF2B5EF4-FFF2-40B4-BE49-F238E27FC236}">
                <a16:creationId xmlns:a16="http://schemas.microsoft.com/office/drawing/2014/main" id="{0193C76C-B996-48A0-B372-613F71444FEA}"/>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26FD256-9BAF-4FB4-8B02-59EB0AC438AD}"/>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C0BDEA-635E-4BD0-9F06-9F842F6B1006}"/>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F38C6C99-8361-4D40-90CA-8A6C15FCB1EE}"/>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07</a:t>
            </a:r>
          </a:p>
        </p:txBody>
      </p:sp>
      <p:sp>
        <p:nvSpPr>
          <p:cNvPr id="9" name="">
            <a:extLst xmlns:a="http://schemas.openxmlformats.org/drawingml/2006/main">
              <a:ext uri="{FF2B5EF4-FFF2-40B4-BE49-F238E27FC236}">
                <a16:creationId xmlns:a16="http://schemas.microsoft.com/office/drawing/2014/main" id="{3868B319-F312-4E02-9056-DABACCBE1749}"/>
              </a:ext>
            </a:extLst>
          </p:cNvPr>
          <p:cNvSpPr>
            <a:spLocks xmlns:a="http://schemas.openxmlformats.org/drawingml/2006/main" noGrp="1"/>
          </p:cNvSpPr>
          <p:nvPr/>
        </p:nvSpPr>
        <p:spPr>
          <a:xfrm xmlns:a="http://schemas.openxmlformats.org/drawingml/2006/main">
            <a:off x="457200" y="1638300"/>
            <a:ext cx="6667500" cy="3619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56F33BE-2432-408F-848C-918F86F19B7D}"/>
              </a:ext>
            </a:extLst>
          </p:cNvPr>
          <p:cNvSpPr>
            <a:spLocks xmlns:a="http://schemas.openxmlformats.org/drawingml/2006/main" noGrp="1"/>
          </p:cNvSpPr>
          <p:nvPr/>
        </p:nvSpPr>
        <p:spPr>
          <a:xfrm xmlns:a="http://schemas.openxmlformats.org/drawingml/2006/main">
            <a:off x="590550" y="1752600"/>
            <a:ext cx="1238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RAIL</a:t>
            </a:r>
          </a:p>
        </p:txBody>
      </p:sp>
      <p:sp>
        <p:nvSpPr>
          <p:cNvPr id="11" name="">
            <a:extLst xmlns:a="http://schemas.openxmlformats.org/drawingml/2006/main">
              <a:ext uri="{FF2B5EF4-FFF2-40B4-BE49-F238E27FC236}">
                <a16:creationId xmlns:a16="http://schemas.microsoft.com/office/drawing/2014/main" id="{77300F16-9F9C-435C-8FC3-13E8727BD698}"/>
              </a:ext>
            </a:extLst>
          </p:cNvPr>
          <p:cNvSpPr>
            <a:spLocks xmlns:a="http://schemas.openxmlformats.org/drawingml/2006/main" noGrp="1"/>
          </p:cNvSpPr>
          <p:nvPr/>
        </p:nvSpPr>
        <p:spPr>
          <a:xfrm xmlns:a="http://schemas.openxmlformats.org/drawingml/2006/main">
            <a:off x="2019300" y="1752600"/>
            <a:ext cx="1333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PINS</a:t>
            </a:r>
          </a:p>
        </p:txBody>
      </p:sp>
      <p:sp>
        <p:nvSpPr>
          <p:cNvPr id="12" name="">
            <a:extLst xmlns:a="http://schemas.openxmlformats.org/drawingml/2006/main">
              <a:ext uri="{FF2B5EF4-FFF2-40B4-BE49-F238E27FC236}">
                <a16:creationId xmlns:a16="http://schemas.microsoft.com/office/drawing/2014/main" id="{3DEBCA9C-F395-4984-9A59-2163AFB1C7C5}"/>
              </a:ext>
            </a:extLst>
          </p:cNvPr>
          <p:cNvSpPr>
            <a:spLocks xmlns:a="http://schemas.openxmlformats.org/drawingml/2006/main" noGrp="1"/>
          </p:cNvSpPr>
          <p:nvPr/>
        </p:nvSpPr>
        <p:spPr>
          <a:xfrm xmlns:a="http://schemas.openxmlformats.org/drawingml/2006/main">
            <a:off x="3543300" y="1752600"/>
            <a:ext cx="857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VOLTAGE</a:t>
            </a:r>
          </a:p>
        </p:txBody>
      </p:sp>
      <p:sp>
        <p:nvSpPr>
          <p:cNvPr id="13" name="">
            <a:extLst xmlns:a="http://schemas.openxmlformats.org/drawingml/2006/main">
              <a:ext uri="{FF2B5EF4-FFF2-40B4-BE49-F238E27FC236}">
                <a16:creationId xmlns:a16="http://schemas.microsoft.com/office/drawing/2014/main" id="{B940B45E-0BF8-4923-89C6-4442A2382ED1}"/>
              </a:ext>
            </a:extLst>
          </p:cNvPr>
          <p:cNvSpPr>
            <a:spLocks xmlns:a="http://schemas.openxmlformats.org/drawingml/2006/main" noGrp="1"/>
          </p:cNvSpPr>
          <p:nvPr/>
        </p:nvSpPr>
        <p:spPr>
          <a:xfrm xmlns:a="http://schemas.openxmlformats.org/drawingml/2006/main">
            <a:off x="4591050" y="1752600"/>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ROLE</a:t>
            </a:r>
          </a:p>
        </p:txBody>
      </p:sp>
      <p:sp>
        <p:nvSpPr>
          <p:cNvPr id="14" name="">
            <a:extLst xmlns:a="http://schemas.openxmlformats.org/drawingml/2006/main">
              <a:ext uri="{FF2B5EF4-FFF2-40B4-BE49-F238E27FC236}">
                <a16:creationId xmlns:a16="http://schemas.microsoft.com/office/drawing/2014/main" id="{DC2DB549-168B-47D8-BE3D-23EAD09D80C9}"/>
              </a:ext>
            </a:extLst>
          </p:cNvPr>
          <p:cNvSpPr>
            <a:spLocks xmlns:a="http://schemas.openxmlformats.org/drawingml/2006/main" noGrp="1"/>
          </p:cNvSpPr>
          <p:nvPr/>
        </p:nvSpPr>
        <p:spPr>
          <a:xfrm xmlns:a="http://schemas.openxmlformats.org/drawingml/2006/main">
            <a:off x="457200" y="2000250"/>
            <a:ext cx="6667500" cy="4191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034AB415-8E99-427A-95B4-22CAAED31260}"/>
              </a:ext>
            </a:extLst>
          </p:cNvPr>
          <p:cNvSpPr>
            <a:spLocks xmlns:a="http://schemas.openxmlformats.org/drawingml/2006/main" noGrp="1"/>
          </p:cNvSpPr>
          <p:nvPr/>
        </p:nvSpPr>
        <p:spPr>
          <a:xfrm xmlns:a="http://schemas.openxmlformats.org/drawingml/2006/main">
            <a:off x="457200" y="2000250"/>
            <a:ext cx="47625" cy="419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0824E27-31A6-481C-8064-72796EE0743B}"/>
              </a:ext>
            </a:extLst>
          </p:cNvPr>
          <p:cNvSpPr>
            <a:spLocks xmlns:a="http://schemas.openxmlformats.org/drawingml/2006/main" noGrp="1"/>
          </p:cNvSpPr>
          <p:nvPr/>
        </p:nvSpPr>
        <p:spPr>
          <a:xfrm xmlns:a="http://schemas.openxmlformats.org/drawingml/2006/main">
            <a:off x="590550" y="21050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vccd1</a:t>
            </a:r>
          </a:p>
        </p:txBody>
      </p:sp>
      <p:sp>
        <p:nvSpPr>
          <p:cNvPr id="17" name="">
            <a:extLst xmlns:a="http://schemas.openxmlformats.org/drawingml/2006/main">
              <a:ext uri="{FF2B5EF4-FFF2-40B4-BE49-F238E27FC236}">
                <a16:creationId xmlns:a16="http://schemas.microsoft.com/office/drawing/2014/main" id="{B035F116-8DFC-418A-9BCE-063CBE9FBC97}"/>
              </a:ext>
            </a:extLst>
          </p:cNvPr>
          <p:cNvSpPr>
            <a:spLocks xmlns:a="http://schemas.openxmlformats.org/drawingml/2006/main" noGrp="1"/>
          </p:cNvSpPr>
          <p:nvPr/>
        </p:nvSpPr>
        <p:spPr>
          <a:xfrm xmlns:a="http://schemas.openxmlformats.org/drawingml/2006/main">
            <a:off x="2019300" y="21050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49</a:t>
            </a:r>
          </a:p>
        </p:txBody>
      </p:sp>
      <p:sp>
        <p:nvSpPr>
          <p:cNvPr id="18" name="">
            <a:extLst xmlns:a="http://schemas.openxmlformats.org/drawingml/2006/main">
              <a:ext uri="{FF2B5EF4-FFF2-40B4-BE49-F238E27FC236}">
                <a16:creationId xmlns:a16="http://schemas.microsoft.com/office/drawing/2014/main" id="{739C1170-B46A-4F15-9A41-DC869EB8CD68}"/>
              </a:ext>
            </a:extLst>
          </p:cNvPr>
          <p:cNvSpPr>
            <a:spLocks xmlns:a="http://schemas.openxmlformats.org/drawingml/2006/main" noGrp="1"/>
          </p:cNvSpPr>
          <p:nvPr/>
        </p:nvSpPr>
        <p:spPr>
          <a:xfrm xmlns:a="http://schemas.openxmlformats.org/drawingml/2006/main">
            <a:off x="3543300" y="21050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1.8 V</a:t>
            </a:r>
          </a:p>
        </p:txBody>
      </p:sp>
      <p:sp>
        <p:nvSpPr>
          <p:cNvPr id="19" name="">
            <a:extLst xmlns:a="http://schemas.openxmlformats.org/drawingml/2006/main">
              <a:ext uri="{FF2B5EF4-FFF2-40B4-BE49-F238E27FC236}">
                <a16:creationId xmlns:a16="http://schemas.microsoft.com/office/drawing/2014/main" id="{61C6544E-8A3A-4C11-B4C7-550534A448A9}"/>
              </a:ext>
            </a:extLst>
          </p:cNvPr>
          <p:cNvSpPr>
            <a:spLocks xmlns:a="http://schemas.openxmlformats.org/drawingml/2006/main" noGrp="1"/>
          </p:cNvSpPr>
          <p:nvPr/>
        </p:nvSpPr>
        <p:spPr>
          <a:xfrm xmlns:a="http://schemas.openxmlformats.org/drawingml/2006/main">
            <a:off x="4591050" y="21050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Logic, SRAM, ADC · required</a:t>
            </a:r>
          </a:p>
        </p:txBody>
      </p:sp>
      <p:sp>
        <p:nvSpPr>
          <p:cNvPr id="20" name="">
            <a:extLst xmlns:a="http://schemas.openxmlformats.org/drawingml/2006/main">
              <a:ext uri="{FF2B5EF4-FFF2-40B4-BE49-F238E27FC236}">
                <a16:creationId xmlns:a16="http://schemas.microsoft.com/office/drawing/2014/main" id="{93010EB0-3287-4ECF-A96F-70B9677A02E7}"/>
              </a:ext>
            </a:extLst>
          </p:cNvPr>
          <p:cNvSpPr>
            <a:spLocks xmlns:a="http://schemas.openxmlformats.org/drawingml/2006/main" noGrp="1"/>
          </p:cNvSpPr>
          <p:nvPr/>
        </p:nvSpPr>
        <p:spPr>
          <a:xfrm xmlns:a="http://schemas.openxmlformats.org/drawingml/2006/main">
            <a:off x="457200" y="2419350"/>
            <a:ext cx="66675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1" name="">
            <a:extLst xmlns:a="http://schemas.openxmlformats.org/drawingml/2006/main">
              <a:ext uri="{FF2B5EF4-FFF2-40B4-BE49-F238E27FC236}">
                <a16:creationId xmlns:a16="http://schemas.microsoft.com/office/drawing/2014/main" id="{29ADF070-8A90-4166-8170-84EC16802AA9}"/>
              </a:ext>
            </a:extLst>
          </p:cNvPr>
          <p:cNvSpPr>
            <a:spLocks xmlns:a="http://schemas.openxmlformats.org/drawingml/2006/main" noGrp="1"/>
          </p:cNvSpPr>
          <p:nvPr/>
        </p:nvSpPr>
        <p:spPr>
          <a:xfrm xmlns:a="http://schemas.openxmlformats.org/drawingml/2006/main">
            <a:off x="590550" y="25241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vddio</a:t>
            </a:r>
          </a:p>
        </p:txBody>
      </p:sp>
      <p:sp>
        <p:nvSpPr>
          <p:cNvPr id="22" name="">
            <a:extLst xmlns:a="http://schemas.openxmlformats.org/drawingml/2006/main">
              <a:ext uri="{FF2B5EF4-FFF2-40B4-BE49-F238E27FC236}">
                <a16:creationId xmlns:a16="http://schemas.microsoft.com/office/drawing/2014/main" id="{903AB1B5-F673-414D-A322-899684EA4DA7}"/>
              </a:ext>
            </a:extLst>
          </p:cNvPr>
          <p:cNvSpPr>
            <a:spLocks xmlns:a="http://schemas.openxmlformats.org/drawingml/2006/main" noGrp="1"/>
          </p:cNvSpPr>
          <p:nvPr/>
        </p:nvSpPr>
        <p:spPr>
          <a:xfrm xmlns:a="http://schemas.openxmlformats.org/drawingml/2006/main">
            <a:off x="2019300" y="25241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17, 64</a:t>
            </a:r>
          </a:p>
        </p:txBody>
      </p:sp>
      <p:sp>
        <p:nvSpPr>
          <p:cNvPr id="23" name="">
            <a:extLst xmlns:a="http://schemas.openxmlformats.org/drawingml/2006/main">
              <a:ext uri="{FF2B5EF4-FFF2-40B4-BE49-F238E27FC236}">
                <a16:creationId xmlns:a16="http://schemas.microsoft.com/office/drawing/2014/main" id="{29F71148-0E89-4CFF-8416-B43416EDBF00}"/>
              </a:ext>
            </a:extLst>
          </p:cNvPr>
          <p:cNvSpPr>
            <a:spLocks xmlns:a="http://schemas.openxmlformats.org/drawingml/2006/main" noGrp="1"/>
          </p:cNvSpPr>
          <p:nvPr/>
        </p:nvSpPr>
        <p:spPr>
          <a:xfrm xmlns:a="http://schemas.openxmlformats.org/drawingml/2006/main">
            <a:off x="3543300" y="25241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3.3 V</a:t>
            </a:r>
          </a:p>
        </p:txBody>
      </p:sp>
      <p:sp>
        <p:nvSpPr>
          <p:cNvPr id="24" name="">
            <a:extLst xmlns:a="http://schemas.openxmlformats.org/drawingml/2006/main">
              <a:ext uri="{FF2B5EF4-FFF2-40B4-BE49-F238E27FC236}">
                <a16:creationId xmlns:a16="http://schemas.microsoft.com/office/drawing/2014/main" id="{D8DFC174-4A98-4322-9D95-53A338C2EF9B}"/>
              </a:ext>
            </a:extLst>
          </p:cNvPr>
          <p:cNvSpPr>
            <a:spLocks xmlns:a="http://schemas.openxmlformats.org/drawingml/2006/main" noGrp="1"/>
          </p:cNvSpPr>
          <p:nvPr/>
        </p:nvSpPr>
        <p:spPr>
          <a:xfrm xmlns:a="http://schemas.openxmlformats.org/drawingml/2006/main">
            <a:off x="4591050" y="25241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Pad ring and ESD · required</a:t>
            </a:r>
          </a:p>
        </p:txBody>
      </p:sp>
      <p:sp>
        <p:nvSpPr>
          <p:cNvPr id="25" name="">
            <a:extLst xmlns:a="http://schemas.openxmlformats.org/drawingml/2006/main">
              <a:ext uri="{FF2B5EF4-FFF2-40B4-BE49-F238E27FC236}">
                <a16:creationId xmlns:a16="http://schemas.microsoft.com/office/drawing/2014/main" id="{677BCBB7-DE7D-427D-9037-689BDF5B437D}"/>
              </a:ext>
            </a:extLst>
          </p:cNvPr>
          <p:cNvSpPr>
            <a:spLocks xmlns:a="http://schemas.openxmlformats.org/drawingml/2006/main" noGrp="1"/>
          </p:cNvSpPr>
          <p:nvPr/>
        </p:nvSpPr>
        <p:spPr>
          <a:xfrm xmlns:a="http://schemas.openxmlformats.org/drawingml/2006/main">
            <a:off x="457200" y="2838450"/>
            <a:ext cx="66675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1C534F6A-E654-42B3-A057-50064B40D8E0}"/>
              </a:ext>
            </a:extLst>
          </p:cNvPr>
          <p:cNvSpPr>
            <a:spLocks xmlns:a="http://schemas.openxmlformats.org/drawingml/2006/main" noGrp="1"/>
          </p:cNvSpPr>
          <p:nvPr/>
        </p:nvSpPr>
        <p:spPr>
          <a:xfrm xmlns:a="http://schemas.openxmlformats.org/drawingml/2006/main">
            <a:off x="590550" y="29432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vccd</a:t>
            </a:r>
          </a:p>
        </p:txBody>
      </p:sp>
      <p:sp>
        <p:nvSpPr>
          <p:cNvPr id="27" name="">
            <a:extLst xmlns:a="http://schemas.openxmlformats.org/drawingml/2006/main">
              <a:ext uri="{FF2B5EF4-FFF2-40B4-BE49-F238E27FC236}">
                <a16:creationId xmlns:a16="http://schemas.microsoft.com/office/drawing/2014/main" id="{16C78AB3-97E4-4FC5-AB8A-9AE93ED9EB86}"/>
              </a:ext>
            </a:extLst>
          </p:cNvPr>
          <p:cNvSpPr>
            <a:spLocks xmlns:a="http://schemas.openxmlformats.org/drawingml/2006/main" noGrp="1"/>
          </p:cNvSpPr>
          <p:nvPr/>
        </p:nvSpPr>
        <p:spPr>
          <a:xfrm xmlns:a="http://schemas.openxmlformats.org/drawingml/2006/main">
            <a:off x="2019300" y="29432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18</a:t>
            </a:r>
          </a:p>
        </p:txBody>
      </p:sp>
      <p:sp>
        <p:nvSpPr>
          <p:cNvPr id="28" name="">
            <a:extLst xmlns:a="http://schemas.openxmlformats.org/drawingml/2006/main">
              <a:ext uri="{FF2B5EF4-FFF2-40B4-BE49-F238E27FC236}">
                <a16:creationId xmlns:a16="http://schemas.microsoft.com/office/drawing/2014/main" id="{4F89485C-8230-403D-B7FF-253E2A613184}"/>
              </a:ext>
            </a:extLst>
          </p:cNvPr>
          <p:cNvSpPr>
            <a:spLocks xmlns:a="http://schemas.openxmlformats.org/drawingml/2006/main" noGrp="1"/>
          </p:cNvSpPr>
          <p:nvPr/>
        </p:nvSpPr>
        <p:spPr>
          <a:xfrm xmlns:a="http://schemas.openxmlformats.org/drawingml/2006/main">
            <a:off x="3543300" y="29432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1.8 V</a:t>
            </a:r>
          </a:p>
        </p:txBody>
      </p:sp>
      <p:sp>
        <p:nvSpPr>
          <p:cNvPr id="29" name="">
            <a:extLst xmlns:a="http://schemas.openxmlformats.org/drawingml/2006/main">
              <a:ext uri="{FF2B5EF4-FFF2-40B4-BE49-F238E27FC236}">
                <a16:creationId xmlns:a16="http://schemas.microsoft.com/office/drawing/2014/main" id="{933676AF-1FCB-4DDA-A3B0-B84D125C4BFB}"/>
              </a:ext>
            </a:extLst>
          </p:cNvPr>
          <p:cNvSpPr>
            <a:spLocks xmlns:a="http://schemas.openxmlformats.org/drawingml/2006/main" noGrp="1"/>
          </p:cNvSpPr>
          <p:nvPr/>
        </p:nvSpPr>
        <p:spPr>
          <a:xfrm xmlns:a="http://schemas.openxmlformats.org/drawingml/2006/main">
            <a:off x="4591050" y="29432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Wrapper core · required</a:t>
            </a:r>
          </a:p>
        </p:txBody>
      </p:sp>
      <p:sp>
        <p:nvSpPr>
          <p:cNvPr id="30" name="">
            <a:extLst xmlns:a="http://schemas.openxmlformats.org/drawingml/2006/main">
              <a:ext uri="{FF2B5EF4-FFF2-40B4-BE49-F238E27FC236}">
                <a16:creationId xmlns:a16="http://schemas.microsoft.com/office/drawing/2014/main" id="{22C8B0E2-AC05-4C15-BA47-3D3E56D2CBC5}"/>
              </a:ext>
            </a:extLst>
          </p:cNvPr>
          <p:cNvSpPr>
            <a:spLocks xmlns:a="http://schemas.openxmlformats.org/drawingml/2006/main" noGrp="1"/>
          </p:cNvSpPr>
          <p:nvPr/>
        </p:nvSpPr>
        <p:spPr>
          <a:xfrm xmlns:a="http://schemas.openxmlformats.org/drawingml/2006/main">
            <a:off x="457200" y="3257550"/>
            <a:ext cx="66675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1A765FF3-1C15-45D6-B568-3B21A64474A4}"/>
              </a:ext>
            </a:extLst>
          </p:cNvPr>
          <p:cNvSpPr>
            <a:spLocks xmlns:a="http://schemas.openxmlformats.org/drawingml/2006/main" noGrp="1"/>
          </p:cNvSpPr>
          <p:nvPr/>
        </p:nvSpPr>
        <p:spPr>
          <a:xfrm xmlns:a="http://schemas.openxmlformats.org/drawingml/2006/main">
            <a:off x="590550" y="33623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vdda</a:t>
            </a:r>
          </a:p>
        </p:txBody>
      </p:sp>
      <p:sp>
        <p:nvSpPr>
          <p:cNvPr id="32" name="">
            <a:extLst xmlns:a="http://schemas.openxmlformats.org/drawingml/2006/main">
              <a:ext uri="{FF2B5EF4-FFF2-40B4-BE49-F238E27FC236}">
                <a16:creationId xmlns:a16="http://schemas.microsoft.com/office/drawing/2014/main" id="{F07161F1-FB94-4C47-9E63-D9644EA7AF4F}"/>
              </a:ext>
            </a:extLst>
          </p:cNvPr>
          <p:cNvSpPr>
            <a:spLocks xmlns:a="http://schemas.openxmlformats.org/drawingml/2006/main" noGrp="1"/>
          </p:cNvSpPr>
          <p:nvPr/>
        </p:nvSpPr>
        <p:spPr>
          <a:xfrm xmlns:a="http://schemas.openxmlformats.org/drawingml/2006/main">
            <a:off x="2019300" y="33623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30</a:t>
            </a:r>
          </a:p>
        </p:txBody>
      </p:sp>
      <p:sp>
        <p:nvSpPr>
          <p:cNvPr id="33" name="">
            <a:extLst xmlns:a="http://schemas.openxmlformats.org/drawingml/2006/main">
              <a:ext uri="{FF2B5EF4-FFF2-40B4-BE49-F238E27FC236}">
                <a16:creationId xmlns:a16="http://schemas.microsoft.com/office/drawing/2014/main" id="{AF09FD5E-F011-4C81-908D-16733A62ACF1}"/>
              </a:ext>
            </a:extLst>
          </p:cNvPr>
          <p:cNvSpPr>
            <a:spLocks xmlns:a="http://schemas.openxmlformats.org/drawingml/2006/main" noGrp="1"/>
          </p:cNvSpPr>
          <p:nvPr/>
        </p:nvSpPr>
        <p:spPr>
          <a:xfrm xmlns:a="http://schemas.openxmlformats.org/drawingml/2006/main">
            <a:off x="3543300" y="33623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3.3 V</a:t>
            </a:r>
          </a:p>
        </p:txBody>
      </p:sp>
      <p:sp>
        <p:nvSpPr>
          <p:cNvPr id="34" name="">
            <a:extLst xmlns:a="http://schemas.openxmlformats.org/drawingml/2006/main">
              <a:ext uri="{FF2B5EF4-FFF2-40B4-BE49-F238E27FC236}">
                <a16:creationId xmlns:a16="http://schemas.microsoft.com/office/drawing/2014/main" id="{89391ADD-71E3-4778-B454-3B544835DA08}"/>
              </a:ext>
            </a:extLst>
          </p:cNvPr>
          <p:cNvSpPr>
            <a:spLocks xmlns:a="http://schemas.openxmlformats.org/drawingml/2006/main" noGrp="1"/>
          </p:cNvSpPr>
          <p:nvPr/>
        </p:nvSpPr>
        <p:spPr>
          <a:xfrm xmlns:a="http://schemas.openxmlformats.org/drawingml/2006/main">
            <a:off x="4591050" y="33623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Analog, POR · required</a:t>
            </a:r>
          </a:p>
        </p:txBody>
      </p:sp>
      <p:sp>
        <p:nvSpPr>
          <p:cNvPr id="35" name="">
            <a:extLst xmlns:a="http://schemas.openxmlformats.org/drawingml/2006/main">
              <a:ext uri="{FF2B5EF4-FFF2-40B4-BE49-F238E27FC236}">
                <a16:creationId xmlns:a16="http://schemas.microsoft.com/office/drawing/2014/main" id="{6DE8DB7A-6372-4D85-A359-50AFFF2AE5CE}"/>
              </a:ext>
            </a:extLst>
          </p:cNvPr>
          <p:cNvSpPr>
            <a:spLocks xmlns:a="http://schemas.openxmlformats.org/drawingml/2006/main" noGrp="1"/>
          </p:cNvSpPr>
          <p:nvPr/>
        </p:nvSpPr>
        <p:spPr>
          <a:xfrm xmlns:a="http://schemas.openxmlformats.org/drawingml/2006/main">
            <a:off x="457200" y="3676650"/>
            <a:ext cx="66675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6" name="">
            <a:extLst xmlns:a="http://schemas.openxmlformats.org/drawingml/2006/main">
              <a:ext uri="{FF2B5EF4-FFF2-40B4-BE49-F238E27FC236}">
                <a16:creationId xmlns:a16="http://schemas.microsoft.com/office/drawing/2014/main" id="{6B7B87EC-991C-4357-91DE-2140096399C3}"/>
              </a:ext>
            </a:extLst>
          </p:cNvPr>
          <p:cNvSpPr>
            <a:spLocks xmlns:a="http://schemas.openxmlformats.org/drawingml/2006/main" noGrp="1"/>
          </p:cNvSpPr>
          <p:nvPr/>
        </p:nvSpPr>
        <p:spPr>
          <a:xfrm xmlns:a="http://schemas.openxmlformats.org/drawingml/2006/main">
            <a:off x="590550" y="37814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vdda1, vdda2</a:t>
            </a:r>
          </a:p>
        </p:txBody>
      </p:sp>
      <p:sp>
        <p:nvSpPr>
          <p:cNvPr id="37" name="">
            <a:extLst xmlns:a="http://schemas.openxmlformats.org/drawingml/2006/main">
              <a:ext uri="{FF2B5EF4-FFF2-40B4-BE49-F238E27FC236}">
                <a16:creationId xmlns:a16="http://schemas.microsoft.com/office/drawing/2014/main" id="{FA042D23-D5C7-42E3-B118-AADF0D077D1A}"/>
              </a:ext>
            </a:extLst>
          </p:cNvPr>
          <p:cNvSpPr>
            <a:spLocks xmlns:a="http://schemas.openxmlformats.org/drawingml/2006/main" noGrp="1"/>
          </p:cNvSpPr>
          <p:nvPr/>
        </p:nvSpPr>
        <p:spPr>
          <a:xfrm xmlns:a="http://schemas.openxmlformats.org/drawingml/2006/main">
            <a:off x="2019300" y="37814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9, 40, 47</a:t>
            </a:r>
          </a:p>
        </p:txBody>
      </p:sp>
      <p:sp>
        <p:nvSpPr>
          <p:cNvPr id="38" name="">
            <a:extLst xmlns:a="http://schemas.openxmlformats.org/drawingml/2006/main">
              <a:ext uri="{FF2B5EF4-FFF2-40B4-BE49-F238E27FC236}">
                <a16:creationId xmlns:a16="http://schemas.microsoft.com/office/drawing/2014/main" id="{6AD8BADB-7CA2-49B7-9F67-59108E90AFE5}"/>
              </a:ext>
            </a:extLst>
          </p:cNvPr>
          <p:cNvSpPr>
            <a:spLocks xmlns:a="http://schemas.openxmlformats.org/drawingml/2006/main" noGrp="1"/>
          </p:cNvSpPr>
          <p:nvPr/>
        </p:nvSpPr>
        <p:spPr>
          <a:xfrm xmlns:a="http://schemas.openxmlformats.org/drawingml/2006/main">
            <a:off x="3543300" y="37814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3.3 V</a:t>
            </a:r>
          </a:p>
        </p:txBody>
      </p:sp>
      <p:sp>
        <p:nvSpPr>
          <p:cNvPr id="39" name="">
            <a:extLst xmlns:a="http://schemas.openxmlformats.org/drawingml/2006/main">
              <a:ext uri="{FF2B5EF4-FFF2-40B4-BE49-F238E27FC236}">
                <a16:creationId xmlns:a16="http://schemas.microsoft.com/office/drawing/2014/main" id="{E0E43A2C-F673-4425-BF59-9FFADF75D6FA}"/>
              </a:ext>
            </a:extLst>
          </p:cNvPr>
          <p:cNvSpPr>
            <a:spLocks xmlns:a="http://schemas.openxmlformats.org/drawingml/2006/main" noGrp="1"/>
          </p:cNvSpPr>
          <p:nvPr/>
        </p:nvSpPr>
        <p:spPr>
          <a:xfrm xmlns:a="http://schemas.openxmlformats.org/drawingml/2006/main">
            <a:off x="4591050" y="37814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Unused · tie to 3.3 V</a:t>
            </a:r>
          </a:p>
        </p:txBody>
      </p:sp>
      <p:sp>
        <p:nvSpPr>
          <p:cNvPr id="40" name="">
            <a:extLst xmlns:a="http://schemas.openxmlformats.org/drawingml/2006/main">
              <a:ext uri="{FF2B5EF4-FFF2-40B4-BE49-F238E27FC236}">
                <a16:creationId xmlns:a16="http://schemas.microsoft.com/office/drawing/2014/main" id="{67DC69D1-8CFF-4BD0-889B-7CB6CDBFAF6E}"/>
              </a:ext>
            </a:extLst>
          </p:cNvPr>
          <p:cNvSpPr>
            <a:spLocks xmlns:a="http://schemas.openxmlformats.org/drawingml/2006/main" noGrp="1"/>
          </p:cNvSpPr>
          <p:nvPr/>
        </p:nvSpPr>
        <p:spPr>
          <a:xfrm xmlns:a="http://schemas.openxmlformats.org/drawingml/2006/main">
            <a:off x="457200" y="4095750"/>
            <a:ext cx="66675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1" name="">
            <a:extLst xmlns:a="http://schemas.openxmlformats.org/drawingml/2006/main">
              <a:ext uri="{FF2B5EF4-FFF2-40B4-BE49-F238E27FC236}">
                <a16:creationId xmlns:a16="http://schemas.microsoft.com/office/drawing/2014/main" id="{E385410B-2B31-4353-8FF9-427092DE71C5}"/>
              </a:ext>
            </a:extLst>
          </p:cNvPr>
          <p:cNvSpPr>
            <a:spLocks xmlns:a="http://schemas.openxmlformats.org/drawingml/2006/main" noGrp="1"/>
          </p:cNvSpPr>
          <p:nvPr/>
        </p:nvSpPr>
        <p:spPr>
          <a:xfrm xmlns:a="http://schemas.openxmlformats.org/drawingml/2006/main">
            <a:off x="590550" y="42005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vccd2</a:t>
            </a:r>
          </a:p>
        </p:txBody>
      </p:sp>
      <p:sp>
        <p:nvSpPr>
          <p:cNvPr id="42" name="">
            <a:extLst xmlns:a="http://schemas.openxmlformats.org/drawingml/2006/main">
              <a:ext uri="{FF2B5EF4-FFF2-40B4-BE49-F238E27FC236}">
                <a16:creationId xmlns:a16="http://schemas.microsoft.com/office/drawing/2014/main" id="{B9204EE7-8775-4C46-AA38-455462553D0F}"/>
              </a:ext>
            </a:extLst>
          </p:cNvPr>
          <p:cNvSpPr>
            <a:spLocks xmlns:a="http://schemas.openxmlformats.org/drawingml/2006/main" noGrp="1"/>
          </p:cNvSpPr>
          <p:nvPr/>
        </p:nvSpPr>
        <p:spPr>
          <a:xfrm xmlns:a="http://schemas.openxmlformats.org/drawingml/2006/main">
            <a:off x="2019300" y="42005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63</a:t>
            </a:r>
          </a:p>
        </p:txBody>
      </p:sp>
      <p:sp>
        <p:nvSpPr>
          <p:cNvPr id="43" name="">
            <a:extLst xmlns:a="http://schemas.openxmlformats.org/drawingml/2006/main">
              <a:ext uri="{FF2B5EF4-FFF2-40B4-BE49-F238E27FC236}">
                <a16:creationId xmlns:a16="http://schemas.microsoft.com/office/drawing/2014/main" id="{4030DDC0-4F0C-4891-9889-34192B746294}"/>
              </a:ext>
            </a:extLst>
          </p:cNvPr>
          <p:cNvSpPr>
            <a:spLocks xmlns:a="http://schemas.openxmlformats.org/drawingml/2006/main" noGrp="1"/>
          </p:cNvSpPr>
          <p:nvPr/>
        </p:nvSpPr>
        <p:spPr>
          <a:xfrm xmlns:a="http://schemas.openxmlformats.org/drawingml/2006/main">
            <a:off x="3543300" y="42005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1.8 V</a:t>
            </a:r>
          </a:p>
        </p:txBody>
      </p:sp>
      <p:sp>
        <p:nvSpPr>
          <p:cNvPr id="44" name="">
            <a:extLst xmlns:a="http://schemas.openxmlformats.org/drawingml/2006/main">
              <a:ext uri="{FF2B5EF4-FFF2-40B4-BE49-F238E27FC236}">
                <a16:creationId xmlns:a16="http://schemas.microsoft.com/office/drawing/2014/main" id="{8D68BBBD-2A62-413D-8FD9-D621B97BC95E}"/>
              </a:ext>
            </a:extLst>
          </p:cNvPr>
          <p:cNvSpPr>
            <a:spLocks xmlns:a="http://schemas.openxmlformats.org/drawingml/2006/main" noGrp="1"/>
          </p:cNvSpPr>
          <p:nvPr/>
        </p:nvSpPr>
        <p:spPr>
          <a:xfrm xmlns:a="http://schemas.openxmlformats.org/drawingml/2006/main">
            <a:off x="4591050" y="42005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Unused · tie to 1.8 V</a:t>
            </a:r>
          </a:p>
        </p:txBody>
      </p:sp>
      <p:sp>
        <p:nvSpPr>
          <p:cNvPr id="45" name="">
            <a:extLst xmlns:a="http://schemas.openxmlformats.org/drawingml/2006/main">
              <a:ext uri="{FF2B5EF4-FFF2-40B4-BE49-F238E27FC236}">
                <a16:creationId xmlns:a16="http://schemas.microsoft.com/office/drawing/2014/main" id="{992B8711-73D2-4CC5-B712-9390B6AAF564}"/>
              </a:ext>
            </a:extLst>
          </p:cNvPr>
          <p:cNvSpPr>
            <a:spLocks xmlns:a="http://schemas.openxmlformats.org/drawingml/2006/main" noGrp="1"/>
          </p:cNvSpPr>
          <p:nvPr/>
        </p:nvSpPr>
        <p:spPr>
          <a:xfrm xmlns:a="http://schemas.openxmlformats.org/drawingml/2006/main">
            <a:off x="457200" y="4514850"/>
            <a:ext cx="66675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6" name="">
            <a:extLst xmlns:a="http://schemas.openxmlformats.org/drawingml/2006/main">
              <a:ext uri="{FF2B5EF4-FFF2-40B4-BE49-F238E27FC236}">
                <a16:creationId xmlns:a16="http://schemas.microsoft.com/office/drawing/2014/main" id="{C0CBF271-51F1-474D-B6DA-D8FADFA1A8FB}"/>
              </a:ext>
            </a:extLst>
          </p:cNvPr>
          <p:cNvSpPr>
            <a:spLocks xmlns:a="http://schemas.openxmlformats.org/drawingml/2006/main" noGrp="1"/>
          </p:cNvSpPr>
          <p:nvPr/>
        </p:nvSpPr>
        <p:spPr>
          <a:xfrm xmlns:a="http://schemas.openxmlformats.org/drawingml/2006/main">
            <a:off x="590550" y="4619625"/>
            <a:ext cx="1219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Grounds</a:t>
            </a:r>
          </a:p>
        </p:txBody>
      </p:sp>
      <p:sp>
        <p:nvSpPr>
          <p:cNvPr id="47" name="">
            <a:extLst xmlns:a="http://schemas.openxmlformats.org/drawingml/2006/main">
              <a:ext uri="{FF2B5EF4-FFF2-40B4-BE49-F238E27FC236}">
                <a16:creationId xmlns:a16="http://schemas.microsoft.com/office/drawing/2014/main" id="{F2C423C3-E273-46F9-B6B5-54A95E386C12}"/>
              </a:ext>
            </a:extLst>
          </p:cNvPr>
          <p:cNvSpPr>
            <a:spLocks xmlns:a="http://schemas.openxmlformats.org/drawingml/2006/main" noGrp="1"/>
          </p:cNvSpPr>
          <p:nvPr/>
        </p:nvSpPr>
        <p:spPr>
          <a:xfrm xmlns:a="http://schemas.openxmlformats.org/drawingml/2006/main">
            <a:off x="2019300" y="4619625"/>
            <a:ext cx="1314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8 pins + paddle</a:t>
            </a:r>
          </a:p>
        </p:txBody>
      </p:sp>
      <p:sp>
        <p:nvSpPr>
          <p:cNvPr id="48" name="">
            <a:extLst xmlns:a="http://schemas.openxmlformats.org/drawingml/2006/main">
              <a:ext uri="{FF2B5EF4-FFF2-40B4-BE49-F238E27FC236}">
                <a16:creationId xmlns:a16="http://schemas.microsoft.com/office/drawing/2014/main" id="{3E315175-7211-427E-8142-6723203E9267}"/>
              </a:ext>
            </a:extLst>
          </p:cNvPr>
          <p:cNvSpPr>
            <a:spLocks xmlns:a="http://schemas.openxmlformats.org/drawingml/2006/main" noGrp="1"/>
          </p:cNvSpPr>
          <p:nvPr/>
        </p:nvSpPr>
        <p:spPr>
          <a:xfrm xmlns:a="http://schemas.openxmlformats.org/drawingml/2006/main">
            <a:off x="3543300" y="4619625"/>
            <a:ext cx="838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0 V</a:t>
            </a:r>
          </a:p>
        </p:txBody>
      </p:sp>
      <p:sp>
        <p:nvSpPr>
          <p:cNvPr id="49" name="">
            <a:extLst xmlns:a="http://schemas.openxmlformats.org/drawingml/2006/main">
              <a:ext uri="{FF2B5EF4-FFF2-40B4-BE49-F238E27FC236}">
                <a16:creationId xmlns:a16="http://schemas.microsoft.com/office/drawing/2014/main" id="{F7F49F46-F354-48CE-8D51-8890B22750D3}"/>
              </a:ext>
            </a:extLst>
          </p:cNvPr>
          <p:cNvSpPr>
            <a:spLocks xmlns:a="http://schemas.openxmlformats.org/drawingml/2006/main" noGrp="1"/>
          </p:cNvSpPr>
          <p:nvPr/>
        </p:nvSpPr>
        <p:spPr>
          <a:xfrm xmlns:a="http://schemas.openxmlformats.org/drawingml/2006/main">
            <a:off x="4591050" y="4619625"/>
            <a:ext cx="2457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Every vss pin and the paddle</a:t>
            </a:r>
          </a:p>
        </p:txBody>
      </p:sp>
      <p:sp>
        <p:nvSpPr>
          <p:cNvPr id="50" name="">
            <a:extLst xmlns:a="http://schemas.openxmlformats.org/drawingml/2006/main">
              <a:ext uri="{FF2B5EF4-FFF2-40B4-BE49-F238E27FC236}">
                <a16:creationId xmlns:a16="http://schemas.microsoft.com/office/drawing/2014/main" id="{30E3F7A5-E461-4C3A-B338-DAD3A712A986}"/>
              </a:ext>
            </a:extLst>
          </p:cNvPr>
          <p:cNvSpPr>
            <a:spLocks xmlns:a="http://schemas.openxmlformats.org/drawingml/2006/main" noGrp="1"/>
          </p:cNvSpPr>
          <p:nvPr/>
        </p:nvSpPr>
        <p:spPr>
          <a:xfrm xmlns:a="http://schemas.openxmlformats.org/drawingml/2006/main">
            <a:off x="457200" y="5143500"/>
            <a:ext cx="6667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Every milliamp of dynamic and leakage current is drawn from vccd1.</a:t>
            </a:r>
          </a:p>
        </p:txBody>
      </p:sp>
      <p:sp>
        <p:nvSpPr>
          <p:cNvPr id="51" name="">
            <a:extLst xmlns:a="http://schemas.openxmlformats.org/drawingml/2006/main">
              <a:ext uri="{FF2B5EF4-FFF2-40B4-BE49-F238E27FC236}">
                <a16:creationId xmlns:a16="http://schemas.microsoft.com/office/drawing/2014/main" id="{CE63CB38-D187-4905-8914-5B3255E78DA0}"/>
              </a:ext>
            </a:extLst>
          </p:cNvPr>
          <p:cNvSpPr>
            <a:spLocks xmlns:a="http://schemas.openxmlformats.org/drawingml/2006/main" noGrp="1"/>
          </p:cNvSpPr>
          <p:nvPr/>
        </p:nvSpPr>
        <p:spPr>
          <a:xfrm xmlns:a="http://schemas.openxmlformats.org/drawingml/2006/main">
            <a:off x="7429500" y="1638300"/>
            <a:ext cx="4305300" cy="1676400"/>
          </a:xfrm>
          <a:prstGeom xmlns:a="http://schemas.openxmlformats.org/drawingml/2006/main" prst="roundRect">
            <a:avLst>
              <a:gd name="adj" fmla="val 4545"/>
            </a:avLst>
          </a:prstGeom>
          <a:solidFill xmlns:a="http://schemas.openxmlformats.org/drawingml/2006/main">
            <a:srgbClr val="F8FAFC"/>
          </a:solidFill>
          <a:ln xmlns:a="http://schemas.openxmlformats.org/drawingml/2006/main" w="9525">
            <a:solidFill>
              <a:srgbClr val="E2E8F0"/>
            </a:solidFill>
            <a:prstDash val="solid"/>
          </a:ln>
        </p:spPr>
      </p:sp>
      <p:sp>
        <p:nvSpPr>
          <p:cNvPr id="52" name="">
            <a:extLst xmlns:a="http://schemas.openxmlformats.org/drawingml/2006/main">
              <a:ext uri="{FF2B5EF4-FFF2-40B4-BE49-F238E27FC236}">
                <a16:creationId xmlns:a16="http://schemas.microsoft.com/office/drawing/2014/main" id="{342A76F5-1AEA-4BD7-9A29-E22E08FF7C33}"/>
              </a:ext>
            </a:extLst>
          </p:cNvPr>
          <p:cNvSpPr>
            <a:spLocks xmlns:a="http://schemas.openxmlformats.org/drawingml/2006/main" noGrp="1"/>
          </p:cNvSpPr>
          <p:nvPr/>
        </p:nvSpPr>
        <p:spPr>
          <a:xfrm xmlns:a="http://schemas.openxmlformats.org/drawingml/2006/main">
            <a:off x="7543800" y="1790700"/>
            <a:ext cx="40767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~0.43 W</a:t>
            </a:r>
          </a:p>
        </p:txBody>
      </p:sp>
      <p:sp>
        <p:nvSpPr>
          <p:cNvPr id="53" name="">
            <a:extLst xmlns:a="http://schemas.openxmlformats.org/drawingml/2006/main">
              <a:ext uri="{FF2B5EF4-FFF2-40B4-BE49-F238E27FC236}">
                <a16:creationId xmlns:a16="http://schemas.microsoft.com/office/drawing/2014/main" id="{C26B3C5B-BB15-4CFD-BF64-5529FA0C6202}"/>
              </a:ext>
            </a:extLst>
          </p:cNvPr>
          <p:cNvSpPr>
            <a:spLocks xmlns:a="http://schemas.openxmlformats.org/drawingml/2006/main" noGrp="1"/>
          </p:cNvSpPr>
          <p:nvPr/>
        </p:nvSpPr>
        <p:spPr>
          <a:xfrm xmlns:a="http://schemas.openxmlformats.org/drawingml/2006/main">
            <a:off x="7543800" y="2352675"/>
            <a:ext cx="40767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AT 50 MHZ</a:t>
            </a:r>
          </a:p>
        </p:txBody>
      </p:sp>
      <p:sp>
        <p:nvSpPr>
          <p:cNvPr id="54" name="">
            <a:extLst xmlns:a="http://schemas.openxmlformats.org/drawingml/2006/main">
              <a:ext uri="{FF2B5EF4-FFF2-40B4-BE49-F238E27FC236}">
                <a16:creationId xmlns:a16="http://schemas.microsoft.com/office/drawing/2014/main" id="{80B901ED-78A6-414A-B23D-B2DC6AEF77C4}"/>
              </a:ext>
            </a:extLst>
          </p:cNvPr>
          <p:cNvSpPr>
            <a:spLocks xmlns:a="http://schemas.openxmlformats.org/drawingml/2006/main" noGrp="1"/>
          </p:cNvSpPr>
          <p:nvPr/>
        </p:nvSpPr>
        <p:spPr>
          <a:xfrm xmlns:a="http://schemas.openxmlformats.org/drawingml/2006/main">
            <a:off x="7562850" y="2600325"/>
            <a:ext cx="4038600" cy="657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Tool estimate at 25 °C and 1.8 V, not measured</a:t>
            </a:r>
          </a:p>
        </p:txBody>
      </p:sp>
      <p:sp>
        <p:nvSpPr>
          <p:cNvPr id="55" name="">
            <a:extLst xmlns:a="http://schemas.openxmlformats.org/drawingml/2006/main">
              <a:ext uri="{FF2B5EF4-FFF2-40B4-BE49-F238E27FC236}">
                <a16:creationId xmlns:a16="http://schemas.microsoft.com/office/drawing/2014/main" id="{2BA1BC28-6416-4150-9789-85A352A1E0FD}"/>
              </a:ext>
            </a:extLst>
          </p:cNvPr>
          <p:cNvSpPr>
            <a:spLocks xmlns:a="http://schemas.openxmlformats.org/drawingml/2006/main" noGrp="1"/>
          </p:cNvSpPr>
          <p:nvPr/>
        </p:nvSpPr>
        <p:spPr>
          <a:xfrm xmlns:a="http://schemas.openxmlformats.org/drawingml/2006/main">
            <a:off x="7429500" y="3486150"/>
            <a:ext cx="43053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56" name="">
            <a:extLst xmlns:a="http://schemas.openxmlformats.org/drawingml/2006/main">
              <a:ext uri="{FF2B5EF4-FFF2-40B4-BE49-F238E27FC236}">
                <a16:creationId xmlns:a16="http://schemas.microsoft.com/office/drawing/2014/main" id="{0ED0B027-0222-4ACB-B47B-70842AA50851}"/>
              </a:ext>
            </a:extLst>
          </p:cNvPr>
          <p:cNvSpPr>
            <a:spLocks xmlns:a="http://schemas.openxmlformats.org/drawingml/2006/main" noGrp="1"/>
          </p:cNvSpPr>
          <p:nvPr/>
        </p:nvSpPr>
        <p:spPr>
          <a:xfrm xmlns:a="http://schemas.openxmlformats.org/drawingml/2006/main">
            <a:off x="7429500" y="34861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1495B638-9B25-4A1A-B75B-85C342208BA8}"/>
              </a:ext>
            </a:extLst>
          </p:cNvPr>
          <p:cNvSpPr>
            <a:spLocks xmlns:a="http://schemas.openxmlformats.org/drawingml/2006/main" noGrp="1"/>
          </p:cNvSpPr>
          <p:nvPr/>
        </p:nvSpPr>
        <p:spPr>
          <a:xfrm xmlns:a="http://schemas.openxmlformats.org/drawingml/2006/main">
            <a:off x="7658100" y="3676650"/>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Sequencing</a:t>
            </a:r>
          </a:p>
        </p:txBody>
      </p:sp>
      <p:sp>
        <p:nvSpPr>
          <p:cNvPr id="58" name="">
            <a:extLst xmlns:a="http://schemas.openxmlformats.org/drawingml/2006/main">
              <a:ext uri="{FF2B5EF4-FFF2-40B4-BE49-F238E27FC236}">
                <a16:creationId xmlns:a16="http://schemas.microsoft.com/office/drawing/2014/main" id="{6A05A5C3-2B60-4D2F-B433-46B53CE336A0}"/>
              </a:ext>
            </a:extLst>
          </p:cNvPr>
          <p:cNvSpPr>
            <a:spLocks xmlns:a="http://schemas.openxmlformats.org/drawingml/2006/main" noGrp="1"/>
          </p:cNvSpPr>
          <p:nvPr/>
        </p:nvSpPr>
        <p:spPr>
          <a:xfrm xmlns:a="http://schemas.openxmlformats.org/drawingml/2006/main">
            <a:off x="7658100" y="4038600"/>
            <a:ext cx="38481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3.3 V comes up before or together with 1.8 V.</a:t>
            </a:r>
          </a:p>
        </p:txBody>
      </p:sp>
      <p:sp>
        <p:nvSpPr>
          <p:cNvPr id="59" name="">
            <a:extLst xmlns:a="http://schemas.openxmlformats.org/drawingml/2006/main">
              <a:ext uri="{FF2B5EF4-FFF2-40B4-BE49-F238E27FC236}">
                <a16:creationId xmlns:a16="http://schemas.microsoft.com/office/drawing/2014/main" id="{440C2679-6F12-4FDF-A36D-477C76CE1DE4}"/>
              </a:ext>
            </a:extLst>
          </p:cNvPr>
          <p:cNvSpPr>
            <a:spLocks xmlns:a="http://schemas.openxmlformats.org/drawingml/2006/main" noGrp="1"/>
          </p:cNvSpPr>
          <p:nvPr/>
        </p:nvSpPr>
        <p:spPr>
          <a:xfrm xmlns:a="http://schemas.openxmlformats.org/drawingml/2006/main">
            <a:off x="7429500" y="4867275"/>
            <a:ext cx="43053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60" name="">
            <a:extLst xmlns:a="http://schemas.openxmlformats.org/drawingml/2006/main">
              <a:ext uri="{FF2B5EF4-FFF2-40B4-BE49-F238E27FC236}">
                <a16:creationId xmlns:a16="http://schemas.microsoft.com/office/drawing/2014/main" id="{7D87C612-119B-4151-99D2-8CC531C4914D}"/>
              </a:ext>
            </a:extLst>
          </p:cNvPr>
          <p:cNvSpPr>
            <a:spLocks xmlns:a="http://schemas.openxmlformats.org/drawingml/2006/main" noGrp="1"/>
          </p:cNvSpPr>
          <p:nvPr/>
        </p:nvSpPr>
        <p:spPr>
          <a:xfrm xmlns:a="http://schemas.openxmlformats.org/drawingml/2006/main">
            <a:off x="7429500" y="4867275"/>
            <a:ext cx="57150" cy="124777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1655BBAF-BEAA-42BE-BE15-6DCF3A916B7D}"/>
              </a:ext>
            </a:extLst>
          </p:cNvPr>
          <p:cNvSpPr>
            <a:spLocks xmlns:a="http://schemas.openxmlformats.org/drawingml/2006/main" noGrp="1"/>
          </p:cNvSpPr>
          <p:nvPr/>
        </p:nvSpPr>
        <p:spPr>
          <a:xfrm xmlns:a="http://schemas.openxmlformats.org/drawingml/2006/main">
            <a:off x="7658100" y="5057775"/>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unused rails are tied</a:t>
            </a:r>
          </a:p>
        </p:txBody>
      </p:sp>
      <p:sp>
        <p:nvSpPr>
          <p:cNvPr id="62" name="">
            <a:extLst xmlns:a="http://schemas.openxmlformats.org/drawingml/2006/main">
              <a:ext uri="{FF2B5EF4-FFF2-40B4-BE49-F238E27FC236}">
                <a16:creationId xmlns:a16="http://schemas.microsoft.com/office/drawing/2014/main" id="{78F56B7B-F527-4A3E-BB5E-D82215BE53C1}"/>
              </a:ext>
            </a:extLst>
          </p:cNvPr>
          <p:cNvSpPr>
            <a:spLocks xmlns:a="http://schemas.openxmlformats.org/drawingml/2006/main" noGrp="1"/>
          </p:cNvSpPr>
          <p:nvPr/>
        </p:nvSpPr>
        <p:spPr>
          <a:xfrm xmlns:a="http://schemas.openxmlformats.org/drawingml/2006/main">
            <a:off x="7658100" y="5419725"/>
            <a:ext cx="38481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Nominal voltage keeps the pad ring’s protection structures biased.</a:t>
            </a:r>
          </a:p>
        </p:txBody>
      </p:sp>
      <p:sp>
        <p:nvSpPr>
          <p:cNvPr id="63" name="">
            <a:extLst xmlns:a="http://schemas.openxmlformats.org/drawingml/2006/main">
              <a:ext uri="{FF2B5EF4-FFF2-40B4-BE49-F238E27FC236}">
                <a16:creationId xmlns:a16="http://schemas.microsoft.com/office/drawing/2014/main" id="{F912C58A-EF87-45E4-9E8A-6DD19030E534}"/>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§4.3, §5 power supplies and sequencing.</a:t>
            </a:r>
          </a:p>
        </p:txBody>
      </p:sp>
    </p:spTree>
    <p:extLst>
      <p:ext uri="{BB962C8B-B14F-4D97-AF65-F5344CB8AC3E}">
        <p14:creationId xmlns:p14="http://schemas.microsoft.com/office/powerpoint/2010/main" val="23114958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A07BB42-D258-4DD4-BDDF-F05A1352EC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CCA6AB-05EA-4D6C-8241-28702A825900}"/>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08 · CLOCK AND RESET</a:t>
            </a:r>
          </a:p>
        </p:txBody>
      </p:sp>
      <p:sp>
        <p:nvSpPr>
          <p:cNvPr id="3" name="">
            <a:extLst xmlns:a="http://schemas.openxmlformats.org/drawingml/2006/main">
              <a:ext uri="{FF2B5EF4-FFF2-40B4-BE49-F238E27FC236}">
                <a16:creationId xmlns:a16="http://schemas.microsoft.com/office/drawing/2014/main" id="{27CDE418-AD5F-4BCA-BA2E-74A724D1C5DE}"/>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clock pin, two resets and no PLL</a:t>
            </a:r>
          </a:p>
        </p:txBody>
      </p:sp>
      <p:sp>
        <p:nvSpPr>
          <p:cNvPr id="4" name="">
            <a:extLst xmlns:a="http://schemas.openxmlformats.org/drawingml/2006/main">
              <a:ext uri="{FF2B5EF4-FFF2-40B4-BE49-F238E27FC236}">
                <a16:creationId xmlns:a16="http://schemas.microsoft.com/office/drawing/2014/main" id="{0A86D9B8-653B-43D4-B6DA-99117A848FE7}"/>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whole die runs from one clock as delivered; any reset input resets the core</a:t>
            </a:r>
          </a:p>
        </p:txBody>
      </p:sp>
      <p:sp>
        <p:nvSpPr>
          <p:cNvPr id="5" name="">
            <a:extLst xmlns:a="http://schemas.openxmlformats.org/drawingml/2006/main">
              <a:ext uri="{FF2B5EF4-FFF2-40B4-BE49-F238E27FC236}">
                <a16:creationId xmlns:a16="http://schemas.microsoft.com/office/drawing/2014/main" id="{E6B229DE-46A9-478F-9E93-A39445737975}"/>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FFC834A-577F-4233-8AAB-A80219AA9E3F}"/>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99705CF-CE44-4B60-B1CE-A7680588F51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91BE401B-B7C5-4DAF-BD1B-6029CB4FA3B3}"/>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08</a:t>
            </a:r>
          </a:p>
        </p:txBody>
      </p:sp>
      <p:sp>
        <p:nvSpPr>
          <p:cNvPr id="9" name="">
            <a:extLst xmlns:a="http://schemas.openxmlformats.org/drawingml/2006/main">
              <a:ext uri="{FF2B5EF4-FFF2-40B4-BE49-F238E27FC236}">
                <a16:creationId xmlns:a16="http://schemas.microsoft.com/office/drawing/2014/main" id="{3DC1C79F-F71C-4A29-B5D1-E9621C8B4A1C}"/>
              </a:ext>
            </a:extLst>
          </p:cNvPr>
          <p:cNvSpPr>
            <a:spLocks xmlns:a="http://schemas.openxmlformats.org/drawingml/2006/main" noGrp="1"/>
          </p:cNvSpPr>
          <p:nvPr/>
        </p:nvSpPr>
        <p:spPr>
          <a:xfrm xmlns:a="http://schemas.openxmlformats.org/drawingml/2006/main">
            <a:off x="457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0" name="">
            <a:extLst xmlns:a="http://schemas.openxmlformats.org/drawingml/2006/main">
              <a:ext uri="{FF2B5EF4-FFF2-40B4-BE49-F238E27FC236}">
                <a16:creationId xmlns:a16="http://schemas.microsoft.com/office/drawing/2014/main" id="{BC4BC585-B8DC-4288-A02B-2241E21D58F0}"/>
              </a:ext>
            </a:extLst>
          </p:cNvPr>
          <p:cNvSpPr>
            <a:spLocks xmlns:a="http://schemas.openxmlformats.org/drawingml/2006/main" noGrp="1"/>
          </p:cNvSpPr>
          <p:nvPr/>
        </p:nvSpPr>
        <p:spPr>
          <a:xfrm xmlns:a="http://schemas.openxmlformats.org/drawingml/2006/main">
            <a:off x="457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1A272FD-B2C7-48BE-86F9-E0A216BA64A3}"/>
              </a:ext>
            </a:extLst>
          </p:cNvPr>
          <p:cNvSpPr>
            <a:spLocks xmlns:a="http://schemas.openxmlformats.org/drawingml/2006/main" noGrp="1"/>
          </p:cNvSpPr>
          <p:nvPr/>
        </p:nvSpPr>
        <p:spPr>
          <a:xfrm xmlns:a="http://schemas.openxmlformats.org/drawingml/2006/main">
            <a:off x="590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CLK pin</a:t>
            </a:r>
          </a:p>
        </p:txBody>
      </p:sp>
      <p:sp>
        <p:nvSpPr>
          <p:cNvPr id="12" name="">
            <a:extLst xmlns:a="http://schemas.openxmlformats.org/drawingml/2006/main">
              <a:ext uri="{FF2B5EF4-FFF2-40B4-BE49-F238E27FC236}">
                <a16:creationId xmlns:a16="http://schemas.microsoft.com/office/drawing/2014/main" id="{AB7703FE-C593-4C41-9A3F-B1597CEDC75F}"/>
              </a:ext>
            </a:extLst>
          </p:cNvPr>
          <p:cNvSpPr>
            <a:spLocks xmlns:a="http://schemas.openxmlformats.org/drawingml/2006/main" noGrp="1"/>
          </p:cNvSpPr>
          <p:nvPr/>
        </p:nvSpPr>
        <p:spPr>
          <a:xfrm xmlns:a="http://schemas.openxmlformats.org/drawingml/2006/main">
            <a:off x="590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3.3 V CMOS, 50 MHz target</a:t>
            </a:r>
          </a:p>
        </p:txBody>
      </p:sp>
      <p:sp>
        <p:nvSpPr>
          <p:cNvPr id="13" name="">
            <a:extLst xmlns:a="http://schemas.openxmlformats.org/drawingml/2006/main">
              <a:ext uri="{FF2B5EF4-FFF2-40B4-BE49-F238E27FC236}">
                <a16:creationId xmlns:a16="http://schemas.microsoft.com/office/drawing/2014/main" id="{84A0189E-92E2-456F-A92E-B57E159F3910}"/>
              </a:ext>
            </a:extLst>
          </p:cNvPr>
          <p:cNvSpPr>
            <a:spLocks xmlns:a="http://schemas.openxmlformats.org/drawingml/2006/main" noGrp="1"/>
          </p:cNvSpPr>
          <p:nvPr/>
        </p:nvSpPr>
        <p:spPr>
          <a:xfrm xmlns:a="http://schemas.openxmlformats.org/drawingml/2006/main">
            <a:off x="3965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93B4DB87-DE7E-4147-85A7-0C3D161C691B}"/>
              </a:ext>
            </a:extLst>
          </p:cNvPr>
          <p:cNvSpPr>
            <a:spLocks xmlns:a="http://schemas.openxmlformats.org/drawingml/2006/main" noGrp="1"/>
          </p:cNvSpPr>
          <p:nvPr/>
        </p:nvSpPr>
        <p:spPr>
          <a:xfrm xmlns:a="http://schemas.openxmlformats.org/drawingml/2006/main">
            <a:off x="4394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09B52741-12FE-4BB6-94C6-76459CDD2930}"/>
              </a:ext>
            </a:extLst>
          </p:cNvPr>
          <p:cNvSpPr>
            <a:spLocks xmlns:a="http://schemas.openxmlformats.org/drawingml/2006/main" noGrp="1"/>
          </p:cNvSpPr>
          <p:nvPr/>
        </p:nvSpPr>
        <p:spPr>
          <a:xfrm xmlns:a="http://schemas.openxmlformats.org/drawingml/2006/main">
            <a:off x="4394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EC78888-1A6E-4976-A8B7-1C75FCDB7A98}"/>
              </a:ext>
            </a:extLst>
          </p:cNvPr>
          <p:cNvSpPr>
            <a:spLocks xmlns:a="http://schemas.openxmlformats.org/drawingml/2006/main" noGrp="1"/>
          </p:cNvSpPr>
          <p:nvPr/>
        </p:nvSpPr>
        <p:spPr>
          <a:xfrm xmlns:a="http://schemas.openxmlformats.org/drawingml/2006/main">
            <a:off x="4527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No PLL</a:t>
            </a:r>
          </a:p>
        </p:txBody>
      </p:sp>
      <p:sp>
        <p:nvSpPr>
          <p:cNvPr id="17" name="">
            <a:extLst xmlns:a="http://schemas.openxmlformats.org/drawingml/2006/main">
              <a:ext uri="{FF2B5EF4-FFF2-40B4-BE49-F238E27FC236}">
                <a16:creationId xmlns:a16="http://schemas.microsoft.com/office/drawing/2014/main" id="{C36AC7F4-1B2C-4AEA-97ED-C0ADB8DD31A7}"/>
              </a:ext>
            </a:extLst>
          </p:cNvPr>
          <p:cNvSpPr>
            <a:spLocks xmlns:a="http://schemas.openxmlformats.org/drawingml/2006/main" noGrp="1"/>
          </p:cNvSpPr>
          <p:nvPr/>
        </p:nvSpPr>
        <p:spPr>
          <a:xfrm xmlns:a="http://schemas.openxmlformats.org/drawingml/2006/main">
            <a:off x="4527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Clock used as delivered</a:t>
            </a:r>
          </a:p>
        </p:txBody>
      </p:sp>
      <p:sp>
        <p:nvSpPr>
          <p:cNvPr id="18" name="">
            <a:extLst xmlns:a="http://schemas.openxmlformats.org/drawingml/2006/main">
              <a:ext uri="{FF2B5EF4-FFF2-40B4-BE49-F238E27FC236}">
                <a16:creationId xmlns:a16="http://schemas.microsoft.com/office/drawing/2014/main" id="{B7400A92-AB08-4096-8BCE-499B1E751D84}"/>
              </a:ext>
            </a:extLst>
          </p:cNvPr>
          <p:cNvSpPr>
            <a:spLocks xmlns:a="http://schemas.openxmlformats.org/drawingml/2006/main" noGrp="1"/>
          </p:cNvSpPr>
          <p:nvPr/>
        </p:nvSpPr>
        <p:spPr>
          <a:xfrm xmlns:a="http://schemas.openxmlformats.org/drawingml/2006/main">
            <a:off x="7902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7CA8B825-99BC-4F15-9868-76371A6142BC}"/>
              </a:ext>
            </a:extLst>
          </p:cNvPr>
          <p:cNvSpPr>
            <a:spLocks xmlns:a="http://schemas.openxmlformats.org/drawingml/2006/main" noGrp="1"/>
          </p:cNvSpPr>
          <p:nvPr/>
        </p:nvSpPr>
        <p:spPr>
          <a:xfrm xmlns:a="http://schemas.openxmlformats.org/drawingml/2006/main">
            <a:off x="8331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0" name="">
            <a:extLst xmlns:a="http://schemas.openxmlformats.org/drawingml/2006/main">
              <a:ext uri="{FF2B5EF4-FFF2-40B4-BE49-F238E27FC236}">
                <a16:creationId xmlns:a16="http://schemas.microsoft.com/office/drawing/2014/main" id="{95CAA25C-EDA0-43D8-9B3B-ED4DCE3885D2}"/>
              </a:ext>
            </a:extLst>
          </p:cNvPr>
          <p:cNvSpPr>
            <a:spLocks xmlns:a="http://schemas.openxmlformats.org/drawingml/2006/main" noGrp="1"/>
          </p:cNvSpPr>
          <p:nvPr/>
        </p:nvSpPr>
        <p:spPr>
          <a:xfrm xmlns:a="http://schemas.openxmlformats.org/drawingml/2006/main">
            <a:off x="8331200" y="16954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8CA0D7D-4256-4C8D-882D-FC37C55AA385}"/>
              </a:ext>
            </a:extLst>
          </p:cNvPr>
          <p:cNvSpPr>
            <a:spLocks xmlns:a="http://schemas.openxmlformats.org/drawingml/2006/main" noGrp="1"/>
          </p:cNvSpPr>
          <p:nvPr/>
        </p:nvSpPr>
        <p:spPr>
          <a:xfrm xmlns:a="http://schemas.openxmlformats.org/drawingml/2006/main">
            <a:off x="8464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One domain</a:t>
            </a:r>
          </a:p>
        </p:txBody>
      </p:sp>
      <p:sp>
        <p:nvSpPr>
          <p:cNvPr id="22" name="">
            <a:extLst xmlns:a="http://schemas.openxmlformats.org/drawingml/2006/main">
              <a:ext uri="{FF2B5EF4-FFF2-40B4-BE49-F238E27FC236}">
                <a16:creationId xmlns:a16="http://schemas.microsoft.com/office/drawing/2014/main" id="{7B9398AF-3336-4236-B199-6AFB2BF745DD}"/>
              </a:ext>
            </a:extLst>
          </p:cNvPr>
          <p:cNvSpPr>
            <a:spLocks xmlns:a="http://schemas.openxmlformats.org/drawingml/2006/main" noGrp="1"/>
          </p:cNvSpPr>
          <p:nvPr/>
        </p:nvSpPr>
        <p:spPr>
          <a:xfrm xmlns:a="http://schemas.openxmlformats.org/drawingml/2006/main">
            <a:off x="8464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CPU and every peripheral</a:t>
            </a:r>
          </a:p>
        </p:txBody>
      </p:sp>
      <p:sp>
        <p:nvSpPr>
          <p:cNvPr id="23" name="">
            <a:extLst xmlns:a="http://schemas.openxmlformats.org/drawingml/2006/main">
              <a:ext uri="{FF2B5EF4-FFF2-40B4-BE49-F238E27FC236}">
                <a16:creationId xmlns:a16="http://schemas.microsoft.com/office/drawing/2014/main" id="{3E508F41-7F03-4639-A348-1AB87C21C2B9}"/>
              </a:ext>
            </a:extLst>
          </p:cNvPr>
          <p:cNvSpPr>
            <a:spLocks xmlns:a="http://schemas.openxmlformats.org/drawingml/2006/main" noGrp="1"/>
          </p:cNvSpPr>
          <p:nvPr/>
        </p:nvSpPr>
        <p:spPr>
          <a:xfrm xmlns:a="http://schemas.openxmlformats.org/drawingml/2006/main">
            <a:off x="457200" y="31051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4" name="">
            <a:extLst xmlns:a="http://schemas.openxmlformats.org/drawingml/2006/main">
              <a:ext uri="{FF2B5EF4-FFF2-40B4-BE49-F238E27FC236}">
                <a16:creationId xmlns:a16="http://schemas.microsoft.com/office/drawing/2014/main" id="{E8C96B04-4CA2-4A6F-9D2C-A5C156BEF3B1}"/>
              </a:ext>
            </a:extLst>
          </p:cNvPr>
          <p:cNvSpPr>
            <a:spLocks xmlns:a="http://schemas.openxmlformats.org/drawingml/2006/main" noGrp="1"/>
          </p:cNvSpPr>
          <p:nvPr/>
        </p:nvSpPr>
        <p:spPr>
          <a:xfrm xmlns:a="http://schemas.openxmlformats.org/drawingml/2006/main">
            <a:off x="457200" y="31051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D19AFC0-3617-4CEE-9077-E6FBF7E7E0ED}"/>
              </a:ext>
            </a:extLst>
          </p:cNvPr>
          <p:cNvSpPr>
            <a:spLocks xmlns:a="http://schemas.openxmlformats.org/drawingml/2006/main" noGrp="1"/>
          </p:cNvSpPr>
          <p:nvPr/>
        </p:nvSpPr>
        <p:spPr>
          <a:xfrm xmlns:a="http://schemas.openxmlformats.org/drawingml/2006/main">
            <a:off x="590550" y="32956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resetb</a:t>
            </a:r>
          </a:p>
        </p:txBody>
      </p:sp>
      <p:sp>
        <p:nvSpPr>
          <p:cNvPr id="26" name="">
            <a:extLst xmlns:a="http://schemas.openxmlformats.org/drawingml/2006/main">
              <a:ext uri="{FF2B5EF4-FFF2-40B4-BE49-F238E27FC236}">
                <a16:creationId xmlns:a16="http://schemas.microsoft.com/office/drawing/2014/main" id="{F2B0D390-6164-43CF-90EC-5CB1ADD48437}"/>
              </a:ext>
            </a:extLst>
          </p:cNvPr>
          <p:cNvSpPr>
            <a:spLocks xmlns:a="http://schemas.openxmlformats.org/drawingml/2006/main" noGrp="1"/>
          </p:cNvSpPr>
          <p:nvPr/>
        </p:nvSpPr>
        <p:spPr>
          <a:xfrm xmlns:a="http://schemas.openxmlformats.org/drawingml/2006/main">
            <a:off x="590550" y="35814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Active low, 3.3 V</a:t>
            </a:r>
          </a:p>
        </p:txBody>
      </p:sp>
      <p:sp>
        <p:nvSpPr>
          <p:cNvPr id="27" name="">
            <a:extLst xmlns:a="http://schemas.openxmlformats.org/drawingml/2006/main">
              <a:ext uri="{FF2B5EF4-FFF2-40B4-BE49-F238E27FC236}">
                <a16:creationId xmlns:a16="http://schemas.microsoft.com/office/drawing/2014/main" id="{56B79E81-4E85-48D1-932E-5F9412A6CCD6}"/>
              </a:ext>
            </a:extLst>
          </p:cNvPr>
          <p:cNvSpPr>
            <a:spLocks xmlns:a="http://schemas.openxmlformats.org/drawingml/2006/main" noGrp="1"/>
          </p:cNvSpPr>
          <p:nvPr/>
        </p:nvSpPr>
        <p:spPr>
          <a:xfrm xmlns:a="http://schemas.openxmlformats.org/drawingml/2006/main">
            <a:off x="2981325" y="34956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8" name="">
            <a:extLst xmlns:a="http://schemas.openxmlformats.org/drawingml/2006/main">
              <a:ext uri="{FF2B5EF4-FFF2-40B4-BE49-F238E27FC236}">
                <a16:creationId xmlns:a16="http://schemas.microsoft.com/office/drawing/2014/main" id="{15119299-AD21-4945-846A-6FB3E77D4019}"/>
              </a:ext>
            </a:extLst>
          </p:cNvPr>
          <p:cNvSpPr>
            <a:spLocks xmlns:a="http://schemas.openxmlformats.org/drawingml/2006/main" noGrp="1"/>
          </p:cNvSpPr>
          <p:nvPr/>
        </p:nvSpPr>
        <p:spPr>
          <a:xfrm xmlns:a="http://schemas.openxmlformats.org/drawingml/2006/main">
            <a:off x="3409950" y="31051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9" name="">
            <a:extLst xmlns:a="http://schemas.openxmlformats.org/drawingml/2006/main">
              <a:ext uri="{FF2B5EF4-FFF2-40B4-BE49-F238E27FC236}">
                <a16:creationId xmlns:a16="http://schemas.microsoft.com/office/drawing/2014/main" id="{A11A82EB-F626-4938-89B9-1F1184CA9721}"/>
              </a:ext>
            </a:extLst>
          </p:cNvPr>
          <p:cNvSpPr>
            <a:spLocks xmlns:a="http://schemas.openxmlformats.org/drawingml/2006/main" noGrp="1"/>
          </p:cNvSpPr>
          <p:nvPr/>
        </p:nvSpPr>
        <p:spPr>
          <a:xfrm xmlns:a="http://schemas.openxmlformats.org/drawingml/2006/main">
            <a:off x="3409950" y="31051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3D6EB1B-1CBF-427A-AC84-D54F3080A867}"/>
              </a:ext>
            </a:extLst>
          </p:cNvPr>
          <p:cNvSpPr>
            <a:spLocks xmlns:a="http://schemas.openxmlformats.org/drawingml/2006/main" noGrp="1"/>
          </p:cNvSpPr>
          <p:nvPr/>
        </p:nvSpPr>
        <p:spPr>
          <a:xfrm xmlns:a="http://schemas.openxmlformats.org/drawingml/2006/main">
            <a:off x="3543300" y="32956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RST_N</a:t>
            </a:r>
          </a:p>
        </p:txBody>
      </p:sp>
      <p:sp>
        <p:nvSpPr>
          <p:cNvPr id="31" name="">
            <a:extLst xmlns:a="http://schemas.openxmlformats.org/drawingml/2006/main">
              <a:ext uri="{FF2B5EF4-FFF2-40B4-BE49-F238E27FC236}">
                <a16:creationId xmlns:a16="http://schemas.microsoft.com/office/drawing/2014/main" id="{269626ED-4C67-4D0E-9E54-17B53315ADC3}"/>
              </a:ext>
            </a:extLst>
          </p:cNvPr>
          <p:cNvSpPr>
            <a:spLocks xmlns:a="http://schemas.openxmlformats.org/drawingml/2006/main" noGrp="1"/>
          </p:cNvSpPr>
          <p:nvPr/>
        </p:nvSpPr>
        <p:spPr>
          <a:xfrm xmlns:a="http://schemas.openxmlformats.org/drawingml/2006/main">
            <a:off x="3543300" y="35814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Active low, external</a:t>
            </a:r>
          </a:p>
        </p:txBody>
      </p:sp>
      <p:sp>
        <p:nvSpPr>
          <p:cNvPr id="32" name="">
            <a:extLst xmlns:a="http://schemas.openxmlformats.org/drawingml/2006/main">
              <a:ext uri="{FF2B5EF4-FFF2-40B4-BE49-F238E27FC236}">
                <a16:creationId xmlns:a16="http://schemas.microsoft.com/office/drawing/2014/main" id="{63E11C89-20D9-4FD5-B4CC-AC4663E3A192}"/>
              </a:ext>
            </a:extLst>
          </p:cNvPr>
          <p:cNvSpPr>
            <a:spLocks xmlns:a="http://schemas.openxmlformats.org/drawingml/2006/main" noGrp="1"/>
          </p:cNvSpPr>
          <p:nvPr/>
        </p:nvSpPr>
        <p:spPr>
          <a:xfrm xmlns:a="http://schemas.openxmlformats.org/drawingml/2006/main">
            <a:off x="5934075" y="34956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33" name="">
            <a:extLst xmlns:a="http://schemas.openxmlformats.org/drawingml/2006/main">
              <a:ext uri="{FF2B5EF4-FFF2-40B4-BE49-F238E27FC236}">
                <a16:creationId xmlns:a16="http://schemas.microsoft.com/office/drawing/2014/main" id="{1B2138BB-11EA-4B7F-82A2-B554626E20F2}"/>
              </a:ext>
            </a:extLst>
          </p:cNvPr>
          <p:cNvSpPr>
            <a:spLocks xmlns:a="http://schemas.openxmlformats.org/drawingml/2006/main" noGrp="1"/>
          </p:cNvSpPr>
          <p:nvPr/>
        </p:nvSpPr>
        <p:spPr>
          <a:xfrm xmlns:a="http://schemas.openxmlformats.org/drawingml/2006/main">
            <a:off x="6362700" y="31051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4" name="">
            <a:extLst xmlns:a="http://schemas.openxmlformats.org/drawingml/2006/main">
              <a:ext uri="{FF2B5EF4-FFF2-40B4-BE49-F238E27FC236}">
                <a16:creationId xmlns:a16="http://schemas.microsoft.com/office/drawing/2014/main" id="{402293A9-764C-4010-A5C6-15333FA84E59}"/>
              </a:ext>
            </a:extLst>
          </p:cNvPr>
          <p:cNvSpPr>
            <a:spLocks xmlns:a="http://schemas.openxmlformats.org/drawingml/2006/main" noGrp="1"/>
          </p:cNvSpPr>
          <p:nvPr/>
        </p:nvSpPr>
        <p:spPr>
          <a:xfrm xmlns:a="http://schemas.openxmlformats.org/drawingml/2006/main">
            <a:off x="6362700" y="31051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57FA3DD-5704-4CDD-942B-4F3FBD37A9C8}"/>
              </a:ext>
            </a:extLst>
          </p:cNvPr>
          <p:cNvSpPr>
            <a:spLocks xmlns:a="http://schemas.openxmlformats.org/drawingml/2006/main" noGrp="1"/>
          </p:cNvSpPr>
          <p:nvPr/>
        </p:nvSpPr>
        <p:spPr>
          <a:xfrm xmlns:a="http://schemas.openxmlformats.org/drawingml/2006/main">
            <a:off x="6496050" y="32956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Power-on reset</a:t>
            </a:r>
          </a:p>
        </p:txBody>
      </p:sp>
      <p:sp>
        <p:nvSpPr>
          <p:cNvPr id="36" name="">
            <a:extLst xmlns:a="http://schemas.openxmlformats.org/drawingml/2006/main">
              <a:ext uri="{FF2B5EF4-FFF2-40B4-BE49-F238E27FC236}">
                <a16:creationId xmlns:a16="http://schemas.microsoft.com/office/drawing/2014/main" id="{6EBC7B8E-3B40-402D-8D1E-A1CB6176CFCB}"/>
              </a:ext>
            </a:extLst>
          </p:cNvPr>
          <p:cNvSpPr>
            <a:spLocks xmlns:a="http://schemas.openxmlformats.org/drawingml/2006/main" noGrp="1"/>
          </p:cNvSpPr>
          <p:nvPr/>
        </p:nvSpPr>
        <p:spPr>
          <a:xfrm xmlns:a="http://schemas.openxmlformats.org/drawingml/2006/main">
            <a:off x="6496050" y="35814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From the wrapper</a:t>
            </a:r>
          </a:p>
        </p:txBody>
      </p:sp>
      <p:sp>
        <p:nvSpPr>
          <p:cNvPr id="37" name="">
            <a:extLst xmlns:a="http://schemas.openxmlformats.org/drawingml/2006/main">
              <a:ext uri="{FF2B5EF4-FFF2-40B4-BE49-F238E27FC236}">
                <a16:creationId xmlns:a16="http://schemas.microsoft.com/office/drawing/2014/main" id="{945DF193-F7E1-480D-8106-D2DE40F71560}"/>
              </a:ext>
            </a:extLst>
          </p:cNvPr>
          <p:cNvSpPr>
            <a:spLocks xmlns:a="http://schemas.openxmlformats.org/drawingml/2006/main" noGrp="1"/>
          </p:cNvSpPr>
          <p:nvPr/>
        </p:nvSpPr>
        <p:spPr>
          <a:xfrm xmlns:a="http://schemas.openxmlformats.org/drawingml/2006/main">
            <a:off x="8886825" y="34956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38" name="">
            <a:extLst xmlns:a="http://schemas.openxmlformats.org/drawingml/2006/main">
              <a:ext uri="{FF2B5EF4-FFF2-40B4-BE49-F238E27FC236}">
                <a16:creationId xmlns:a16="http://schemas.microsoft.com/office/drawing/2014/main" id="{A0A74A50-DB92-4289-8AD6-0AD37FB439A4}"/>
              </a:ext>
            </a:extLst>
          </p:cNvPr>
          <p:cNvSpPr>
            <a:spLocks xmlns:a="http://schemas.openxmlformats.org/drawingml/2006/main" noGrp="1"/>
          </p:cNvSpPr>
          <p:nvPr/>
        </p:nvSpPr>
        <p:spPr>
          <a:xfrm xmlns:a="http://schemas.openxmlformats.org/drawingml/2006/main">
            <a:off x="9315450" y="31051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39" name="">
            <a:extLst xmlns:a="http://schemas.openxmlformats.org/drawingml/2006/main">
              <a:ext uri="{FF2B5EF4-FFF2-40B4-BE49-F238E27FC236}">
                <a16:creationId xmlns:a16="http://schemas.microsoft.com/office/drawing/2014/main" id="{3A7C601A-4674-4E98-8C40-BE18259D3C8B}"/>
              </a:ext>
            </a:extLst>
          </p:cNvPr>
          <p:cNvSpPr>
            <a:spLocks xmlns:a="http://schemas.openxmlformats.org/drawingml/2006/main" noGrp="1"/>
          </p:cNvSpPr>
          <p:nvPr/>
        </p:nvSpPr>
        <p:spPr>
          <a:xfrm xmlns:a="http://schemas.openxmlformats.org/drawingml/2006/main">
            <a:off x="9315450" y="31051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363AB1F-40BA-47BB-B571-14179E1D391C}"/>
              </a:ext>
            </a:extLst>
          </p:cNvPr>
          <p:cNvSpPr>
            <a:spLocks xmlns:a="http://schemas.openxmlformats.org/drawingml/2006/main" noGrp="1"/>
          </p:cNvSpPr>
          <p:nvPr/>
        </p:nvSpPr>
        <p:spPr>
          <a:xfrm xmlns:a="http://schemas.openxmlformats.org/drawingml/2006/main">
            <a:off x="9448800" y="32956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Combined on die</a:t>
            </a:r>
          </a:p>
        </p:txBody>
      </p:sp>
      <p:sp>
        <p:nvSpPr>
          <p:cNvPr id="41" name="">
            <a:extLst xmlns:a="http://schemas.openxmlformats.org/drawingml/2006/main">
              <a:ext uri="{FF2B5EF4-FFF2-40B4-BE49-F238E27FC236}">
                <a16:creationId xmlns:a16="http://schemas.microsoft.com/office/drawing/2014/main" id="{B19B4943-F253-4832-9910-0DE4596FE47D}"/>
              </a:ext>
            </a:extLst>
          </p:cNvPr>
          <p:cNvSpPr>
            <a:spLocks xmlns:a="http://schemas.openxmlformats.org/drawingml/2006/main" noGrp="1"/>
          </p:cNvSpPr>
          <p:nvPr/>
        </p:nvSpPr>
        <p:spPr>
          <a:xfrm xmlns:a="http://schemas.openxmlformats.org/drawingml/2006/main">
            <a:off x="9448800" y="35814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Any one resets the core</a:t>
            </a:r>
          </a:p>
        </p:txBody>
      </p:sp>
      <p:sp>
        <p:nvSpPr>
          <p:cNvPr id="42" name="">
            <a:extLst xmlns:a="http://schemas.openxmlformats.org/drawingml/2006/main">
              <a:ext uri="{FF2B5EF4-FFF2-40B4-BE49-F238E27FC236}">
                <a16:creationId xmlns:a16="http://schemas.microsoft.com/office/drawing/2014/main" id="{3D8BE333-583E-4FCE-B1E3-C01897C90360}"/>
              </a:ext>
            </a:extLst>
          </p:cNvPr>
          <p:cNvSpPr>
            <a:spLocks xmlns:a="http://schemas.openxmlformats.org/drawingml/2006/main" noGrp="1"/>
          </p:cNvSpPr>
          <p:nvPr/>
        </p:nvSpPr>
        <p:spPr>
          <a:xfrm xmlns:a="http://schemas.openxmlformats.org/drawingml/2006/main">
            <a:off x="457200" y="44767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0B4E1FA2-8C9B-4F5D-BCBD-0093864305D2}"/>
              </a:ext>
            </a:extLst>
          </p:cNvPr>
          <p:cNvSpPr>
            <a:spLocks xmlns:a="http://schemas.openxmlformats.org/drawingml/2006/main" noGrp="1"/>
          </p:cNvSpPr>
          <p:nvPr/>
        </p:nvSpPr>
        <p:spPr>
          <a:xfrm xmlns:a="http://schemas.openxmlformats.org/drawingml/2006/main">
            <a:off x="457200" y="44767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56149FA-EB80-401E-8FE4-0197679AE87C}"/>
              </a:ext>
            </a:extLst>
          </p:cNvPr>
          <p:cNvSpPr>
            <a:spLocks xmlns:a="http://schemas.openxmlformats.org/drawingml/2006/main" noGrp="1"/>
          </p:cNvSpPr>
          <p:nvPr/>
        </p:nvSpPr>
        <p:spPr>
          <a:xfrm xmlns:a="http://schemas.openxmlformats.org/drawingml/2006/main">
            <a:off x="685800" y="4667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Use either reset</a:t>
            </a:r>
          </a:p>
        </p:txBody>
      </p:sp>
      <p:sp>
        <p:nvSpPr>
          <p:cNvPr id="45" name="">
            <a:extLst xmlns:a="http://schemas.openxmlformats.org/drawingml/2006/main">
              <a:ext uri="{FF2B5EF4-FFF2-40B4-BE49-F238E27FC236}">
                <a16:creationId xmlns:a16="http://schemas.microsoft.com/office/drawing/2014/main" id="{E433B256-77D0-428B-A3B9-EA6E867B9844}"/>
              </a:ext>
            </a:extLst>
          </p:cNvPr>
          <p:cNvSpPr>
            <a:spLocks xmlns:a="http://schemas.openxmlformats.org/drawingml/2006/main" noGrp="1"/>
          </p:cNvSpPr>
          <p:nvPr/>
        </p:nvSpPr>
        <p:spPr>
          <a:xfrm xmlns:a="http://schemas.openxmlformats.org/drawingml/2006/main">
            <a:off x="685800" y="50292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Both are combined on the die; pull the unused input high.</a:t>
            </a:r>
          </a:p>
        </p:txBody>
      </p:sp>
      <p:sp>
        <p:nvSpPr>
          <p:cNvPr id="46" name="">
            <a:extLst xmlns:a="http://schemas.openxmlformats.org/drawingml/2006/main">
              <a:ext uri="{FF2B5EF4-FFF2-40B4-BE49-F238E27FC236}">
                <a16:creationId xmlns:a16="http://schemas.microsoft.com/office/drawing/2014/main" id="{4A385A75-54E6-44C2-98BE-7F7AAD886224}"/>
              </a:ext>
            </a:extLst>
          </p:cNvPr>
          <p:cNvSpPr>
            <a:spLocks xmlns:a="http://schemas.openxmlformats.org/drawingml/2006/main" noGrp="1"/>
          </p:cNvSpPr>
          <p:nvPr/>
        </p:nvSpPr>
        <p:spPr>
          <a:xfrm xmlns:a="http://schemas.openxmlformats.org/drawingml/2006/main">
            <a:off x="6229350" y="44767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0BF95C75-DE61-4427-855E-41144769F1C1}"/>
              </a:ext>
            </a:extLst>
          </p:cNvPr>
          <p:cNvSpPr>
            <a:spLocks xmlns:a="http://schemas.openxmlformats.org/drawingml/2006/main" noGrp="1"/>
          </p:cNvSpPr>
          <p:nvPr/>
        </p:nvSpPr>
        <p:spPr>
          <a:xfrm xmlns:a="http://schemas.openxmlformats.org/drawingml/2006/main">
            <a:off x="6229350" y="44767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B9A0FBC-9FAF-4A66-A948-D3C15FDF353E}"/>
              </a:ext>
            </a:extLst>
          </p:cNvPr>
          <p:cNvSpPr>
            <a:spLocks xmlns:a="http://schemas.openxmlformats.org/drawingml/2006/main" noGrp="1"/>
          </p:cNvSpPr>
          <p:nvPr/>
        </p:nvSpPr>
        <p:spPr>
          <a:xfrm xmlns:a="http://schemas.openxmlformats.org/drawingml/2006/main">
            <a:off x="6457950" y="4667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Measured ceiling</a:t>
            </a:r>
          </a:p>
        </p:txBody>
      </p:sp>
      <p:sp>
        <p:nvSpPr>
          <p:cNvPr id="49" name="">
            <a:extLst xmlns:a="http://schemas.openxmlformats.org/drawingml/2006/main">
              <a:ext uri="{FF2B5EF4-FFF2-40B4-BE49-F238E27FC236}">
                <a16:creationId xmlns:a16="http://schemas.microsoft.com/office/drawing/2014/main" id="{B2BA3DA2-339E-465C-9509-997BD4EE2284}"/>
              </a:ext>
            </a:extLst>
          </p:cNvPr>
          <p:cNvSpPr>
            <a:spLocks xmlns:a="http://schemas.openxmlformats.org/drawingml/2006/main" noGrp="1"/>
          </p:cNvSpPr>
          <p:nvPr/>
        </p:nvSpPr>
        <p:spPr>
          <a:xfrm xmlns:a="http://schemas.openxmlformats.org/drawingml/2006/main">
            <a:off x="6457950" y="50292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lockstep core reaches ~55–62 MHz post-route, so 50 MHz is the target.</a:t>
            </a:r>
          </a:p>
        </p:txBody>
      </p:sp>
      <p:sp>
        <p:nvSpPr>
          <p:cNvPr id="50" name="">
            <a:extLst xmlns:a="http://schemas.openxmlformats.org/drawingml/2006/main">
              <a:ext uri="{FF2B5EF4-FFF2-40B4-BE49-F238E27FC236}">
                <a16:creationId xmlns:a16="http://schemas.microsoft.com/office/drawing/2014/main" id="{4CF2FFCB-CED3-4018-A544-40BA79A2F321}"/>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§6.1, §4.1.</a:t>
            </a:r>
          </a:p>
        </p:txBody>
      </p:sp>
    </p:spTree>
    <p:extLst>
      <p:ext uri="{BB962C8B-B14F-4D97-AF65-F5344CB8AC3E}">
        <p14:creationId xmlns:p14="http://schemas.microsoft.com/office/powerpoint/2010/main" val="31291869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0FA4E271-2F16-463A-A004-3FE6240B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879547-9BA7-4B12-B1C6-4D518F299853}"/>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09 · BOOT</a:t>
            </a:r>
          </a:p>
        </p:txBody>
      </p:sp>
      <p:sp>
        <p:nvSpPr>
          <p:cNvPr id="3" name="">
            <a:extLst xmlns:a="http://schemas.openxmlformats.org/drawingml/2006/main">
              <a:ext uri="{FF2B5EF4-FFF2-40B4-BE49-F238E27FC236}">
                <a16:creationId xmlns:a16="http://schemas.microsoft.com/office/drawing/2014/main" id="{5B91B2FA-E126-480B-B557-F6C7B98A286F}"/>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ROM boots from flash or opens a monitor</a:t>
            </a:r>
          </a:p>
        </p:txBody>
      </p:sp>
      <p:sp>
        <p:nvSpPr>
          <p:cNvPr id="4" name="">
            <a:extLst xmlns:a="http://schemas.openxmlformats.org/drawingml/2006/main">
              <a:ext uri="{FF2B5EF4-FFF2-40B4-BE49-F238E27FC236}">
                <a16:creationId xmlns:a16="http://schemas.microsoft.com/office/drawing/2014/main" id="{5D62B294-0E89-4792-903C-01636C7F0BEE}"/>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Standalone boot: no management core, no external help</a:t>
            </a:r>
          </a:p>
        </p:txBody>
      </p:sp>
      <p:sp>
        <p:nvSpPr>
          <p:cNvPr id="5" name="">
            <a:extLst xmlns:a="http://schemas.openxmlformats.org/drawingml/2006/main">
              <a:ext uri="{FF2B5EF4-FFF2-40B4-BE49-F238E27FC236}">
                <a16:creationId xmlns:a16="http://schemas.microsoft.com/office/drawing/2014/main" id="{E8F68AF6-A83B-4012-99F6-7F4916535634}"/>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28C251-3E77-447C-B5DB-323BDB8ACBB3}"/>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33DFFDE-38D0-4B65-A99F-853449E26B73}"/>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46056548-B63D-42EB-B6D2-42458587A574}"/>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09</a:t>
            </a:r>
          </a:p>
        </p:txBody>
      </p:sp>
      <p:sp>
        <p:nvSpPr>
          <p:cNvPr id="9" name="">
            <a:extLst xmlns:a="http://schemas.openxmlformats.org/drawingml/2006/main">
              <a:ext uri="{FF2B5EF4-FFF2-40B4-BE49-F238E27FC236}">
                <a16:creationId xmlns:a16="http://schemas.microsoft.com/office/drawing/2014/main" id="{02B24999-52BB-4C3D-BD99-4AD7342CB753}"/>
              </a:ext>
            </a:extLst>
          </p:cNvPr>
          <p:cNvSpPr>
            <a:spLocks xmlns:a="http://schemas.openxmlformats.org/drawingml/2006/main" noGrp="1"/>
          </p:cNvSpPr>
          <p:nvPr/>
        </p:nvSpPr>
        <p:spPr>
          <a:xfrm xmlns:a="http://schemas.openxmlformats.org/drawingml/2006/main">
            <a:off x="4572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0" name="">
            <a:extLst xmlns:a="http://schemas.openxmlformats.org/drawingml/2006/main">
              <a:ext uri="{FF2B5EF4-FFF2-40B4-BE49-F238E27FC236}">
                <a16:creationId xmlns:a16="http://schemas.microsoft.com/office/drawing/2014/main" id="{D23F420E-DD7A-4ED4-B288-814CF4BF590F}"/>
              </a:ext>
            </a:extLst>
          </p:cNvPr>
          <p:cNvSpPr>
            <a:spLocks xmlns:a="http://schemas.openxmlformats.org/drawingml/2006/main" noGrp="1"/>
          </p:cNvSpPr>
          <p:nvPr/>
        </p:nvSpPr>
        <p:spPr>
          <a:xfrm xmlns:a="http://schemas.openxmlformats.org/drawingml/2006/main">
            <a:off x="45720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FFA293F-5A98-446F-9EB2-11430BA79E5E}"/>
              </a:ext>
            </a:extLst>
          </p:cNvPr>
          <p:cNvSpPr>
            <a:spLocks xmlns:a="http://schemas.openxmlformats.org/drawingml/2006/main" noGrp="1"/>
          </p:cNvSpPr>
          <p:nvPr/>
        </p:nvSpPr>
        <p:spPr>
          <a:xfrm xmlns:a="http://schemas.openxmlformats.org/drawingml/2006/main">
            <a:off x="5905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Banner</a:t>
            </a:r>
          </a:p>
        </p:txBody>
      </p:sp>
      <p:sp>
        <p:nvSpPr>
          <p:cNvPr id="12" name="">
            <a:extLst xmlns:a="http://schemas.openxmlformats.org/drawingml/2006/main">
              <a:ext uri="{FF2B5EF4-FFF2-40B4-BE49-F238E27FC236}">
                <a16:creationId xmlns:a16="http://schemas.microsoft.com/office/drawing/2014/main" id="{5900039A-4EE5-4A20-B5E9-228743A00C47}"/>
              </a:ext>
            </a:extLst>
          </p:cNvPr>
          <p:cNvSpPr>
            <a:spLocks xmlns:a="http://schemas.openxmlformats.org/drawingml/2006/main" noGrp="1"/>
          </p:cNvSpPr>
          <p:nvPr/>
        </p:nvSpPr>
        <p:spPr>
          <a:xfrm xmlns:a="http://schemas.openxmlformats.org/drawingml/2006/main">
            <a:off x="5905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UART0 at 115,200 baud, 8N1</a:t>
            </a:r>
          </a:p>
        </p:txBody>
      </p:sp>
      <p:sp>
        <p:nvSpPr>
          <p:cNvPr id="13" name="">
            <a:extLst xmlns:a="http://schemas.openxmlformats.org/drawingml/2006/main">
              <a:ext uri="{FF2B5EF4-FFF2-40B4-BE49-F238E27FC236}">
                <a16:creationId xmlns:a16="http://schemas.microsoft.com/office/drawing/2014/main" id="{895FBAD2-E923-43F9-B580-84E4D1B82EEE}"/>
              </a:ext>
            </a:extLst>
          </p:cNvPr>
          <p:cNvSpPr>
            <a:spLocks xmlns:a="http://schemas.openxmlformats.org/drawingml/2006/main" noGrp="1"/>
          </p:cNvSpPr>
          <p:nvPr/>
        </p:nvSpPr>
        <p:spPr>
          <a:xfrm xmlns:a="http://schemas.openxmlformats.org/drawingml/2006/main">
            <a:off x="29813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9010B584-8206-4024-B17B-67E1EC35BF4F}"/>
              </a:ext>
            </a:extLst>
          </p:cNvPr>
          <p:cNvSpPr>
            <a:spLocks xmlns:a="http://schemas.openxmlformats.org/drawingml/2006/main" noGrp="1"/>
          </p:cNvSpPr>
          <p:nvPr/>
        </p:nvSpPr>
        <p:spPr>
          <a:xfrm xmlns:a="http://schemas.openxmlformats.org/drawingml/2006/main">
            <a:off x="34099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6B1EADCE-2A59-42A0-B164-F5B4E4626AC8}"/>
              </a:ext>
            </a:extLst>
          </p:cNvPr>
          <p:cNvSpPr>
            <a:spLocks xmlns:a="http://schemas.openxmlformats.org/drawingml/2006/main" noGrp="1"/>
          </p:cNvSpPr>
          <p:nvPr/>
        </p:nvSpPr>
        <p:spPr>
          <a:xfrm xmlns:a="http://schemas.openxmlformats.org/drawingml/2006/main">
            <a:off x="340995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5CAA8F1-0A46-4ECE-8926-48B8441E623E}"/>
              </a:ext>
            </a:extLst>
          </p:cNvPr>
          <p:cNvSpPr>
            <a:spLocks xmlns:a="http://schemas.openxmlformats.org/drawingml/2006/main" noGrp="1"/>
          </p:cNvSpPr>
          <p:nvPr/>
        </p:nvSpPr>
        <p:spPr>
          <a:xfrm xmlns:a="http://schemas.openxmlformats.org/drawingml/2006/main">
            <a:off x="35433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Check header</a:t>
            </a:r>
          </a:p>
        </p:txBody>
      </p:sp>
      <p:sp>
        <p:nvSpPr>
          <p:cNvPr id="17" name="">
            <a:extLst xmlns:a="http://schemas.openxmlformats.org/drawingml/2006/main">
              <a:ext uri="{FF2B5EF4-FFF2-40B4-BE49-F238E27FC236}">
                <a16:creationId xmlns:a16="http://schemas.microsoft.com/office/drawing/2014/main" id="{BAF79E35-5D29-4C9F-B6DA-924BE174C929}"/>
              </a:ext>
            </a:extLst>
          </p:cNvPr>
          <p:cNvSpPr>
            <a:spLocks xmlns:a="http://schemas.openxmlformats.org/drawingml/2006/main" noGrp="1"/>
          </p:cNvSpPr>
          <p:nvPr/>
        </p:nvSpPr>
        <p:spPr>
          <a:xfrm xmlns:a="http://schemas.openxmlformats.org/drawingml/2006/main">
            <a:off x="35433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Reads the flash image header</a:t>
            </a:r>
          </a:p>
        </p:txBody>
      </p:sp>
      <p:sp>
        <p:nvSpPr>
          <p:cNvPr id="18" name="">
            <a:extLst xmlns:a="http://schemas.openxmlformats.org/drawingml/2006/main">
              <a:ext uri="{FF2B5EF4-FFF2-40B4-BE49-F238E27FC236}">
                <a16:creationId xmlns:a16="http://schemas.microsoft.com/office/drawing/2014/main" id="{9A80D02D-27BC-488B-A0FC-1D99BC933C6A}"/>
              </a:ext>
            </a:extLst>
          </p:cNvPr>
          <p:cNvSpPr>
            <a:spLocks xmlns:a="http://schemas.openxmlformats.org/drawingml/2006/main" noGrp="1"/>
          </p:cNvSpPr>
          <p:nvPr/>
        </p:nvSpPr>
        <p:spPr>
          <a:xfrm xmlns:a="http://schemas.openxmlformats.org/drawingml/2006/main">
            <a:off x="59340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149B5B17-19D4-4AF8-8E30-E26D2909C45E}"/>
              </a:ext>
            </a:extLst>
          </p:cNvPr>
          <p:cNvSpPr>
            <a:spLocks xmlns:a="http://schemas.openxmlformats.org/drawingml/2006/main" noGrp="1"/>
          </p:cNvSpPr>
          <p:nvPr/>
        </p:nvSpPr>
        <p:spPr>
          <a:xfrm xmlns:a="http://schemas.openxmlformats.org/drawingml/2006/main">
            <a:off x="63627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3CA7BD48-5013-4271-860E-460485B91DDC}"/>
              </a:ext>
            </a:extLst>
          </p:cNvPr>
          <p:cNvSpPr>
            <a:spLocks xmlns:a="http://schemas.openxmlformats.org/drawingml/2006/main" noGrp="1"/>
          </p:cNvSpPr>
          <p:nvPr/>
        </p:nvSpPr>
        <p:spPr>
          <a:xfrm xmlns:a="http://schemas.openxmlformats.org/drawingml/2006/main">
            <a:off x="636270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5C36D19-3F0E-491F-AD8C-7832E0D95151}"/>
              </a:ext>
            </a:extLst>
          </p:cNvPr>
          <p:cNvSpPr>
            <a:spLocks xmlns:a="http://schemas.openxmlformats.org/drawingml/2006/main" noGrp="1"/>
          </p:cNvSpPr>
          <p:nvPr/>
        </p:nvSpPr>
        <p:spPr>
          <a:xfrm xmlns:a="http://schemas.openxmlformats.org/drawingml/2006/main">
            <a:off x="64960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Copy</a:t>
            </a:r>
          </a:p>
        </p:txBody>
      </p:sp>
      <p:sp>
        <p:nvSpPr>
          <p:cNvPr id="22" name="">
            <a:extLst xmlns:a="http://schemas.openxmlformats.org/drawingml/2006/main">
              <a:ext uri="{FF2B5EF4-FFF2-40B4-BE49-F238E27FC236}">
                <a16:creationId xmlns:a16="http://schemas.microsoft.com/office/drawing/2014/main" id="{90F45B32-7B89-42B8-83F1-44150571A03A}"/>
              </a:ext>
            </a:extLst>
          </p:cNvPr>
          <p:cNvSpPr>
            <a:spLocks xmlns:a="http://schemas.openxmlformats.org/drawingml/2006/main" noGrp="1"/>
          </p:cNvSpPr>
          <p:nvPr/>
        </p:nvSpPr>
        <p:spPr>
          <a:xfrm xmlns:a="http://schemas.openxmlformats.org/drawingml/2006/main">
            <a:off x="64960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Quad-SPI read into SRAM</a:t>
            </a:r>
          </a:p>
        </p:txBody>
      </p:sp>
      <p:sp>
        <p:nvSpPr>
          <p:cNvPr id="23" name="">
            <a:extLst xmlns:a="http://schemas.openxmlformats.org/drawingml/2006/main">
              <a:ext uri="{FF2B5EF4-FFF2-40B4-BE49-F238E27FC236}">
                <a16:creationId xmlns:a16="http://schemas.microsoft.com/office/drawing/2014/main" id="{05895E19-16C8-418C-B398-7ACE74C98F52}"/>
              </a:ext>
            </a:extLst>
          </p:cNvPr>
          <p:cNvSpPr>
            <a:spLocks xmlns:a="http://schemas.openxmlformats.org/drawingml/2006/main" noGrp="1"/>
          </p:cNvSpPr>
          <p:nvPr/>
        </p:nvSpPr>
        <p:spPr>
          <a:xfrm xmlns:a="http://schemas.openxmlformats.org/drawingml/2006/main">
            <a:off x="88868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AD8576B3-AF7E-4CA8-9FD2-905C4F15DCBF}"/>
              </a:ext>
            </a:extLst>
          </p:cNvPr>
          <p:cNvSpPr>
            <a:spLocks xmlns:a="http://schemas.openxmlformats.org/drawingml/2006/main" noGrp="1"/>
          </p:cNvSpPr>
          <p:nvPr/>
        </p:nvSpPr>
        <p:spPr>
          <a:xfrm xmlns:a="http://schemas.openxmlformats.org/drawingml/2006/main">
            <a:off x="93154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5" name="">
            <a:extLst xmlns:a="http://schemas.openxmlformats.org/drawingml/2006/main">
              <a:ext uri="{FF2B5EF4-FFF2-40B4-BE49-F238E27FC236}">
                <a16:creationId xmlns:a16="http://schemas.microsoft.com/office/drawing/2014/main" id="{19305551-4FA5-4670-9442-5DE6B52AEEE0}"/>
              </a:ext>
            </a:extLst>
          </p:cNvPr>
          <p:cNvSpPr>
            <a:spLocks xmlns:a="http://schemas.openxmlformats.org/drawingml/2006/main" noGrp="1"/>
          </p:cNvSpPr>
          <p:nvPr/>
        </p:nvSpPr>
        <p:spPr>
          <a:xfrm xmlns:a="http://schemas.openxmlformats.org/drawingml/2006/main">
            <a:off x="931545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B6E3711-4A4D-47E3-A3C4-59B1176C684C}"/>
              </a:ext>
            </a:extLst>
          </p:cNvPr>
          <p:cNvSpPr>
            <a:spLocks xmlns:a="http://schemas.openxmlformats.org/drawingml/2006/main" noGrp="1"/>
          </p:cNvSpPr>
          <p:nvPr/>
        </p:nvSpPr>
        <p:spPr>
          <a:xfrm xmlns:a="http://schemas.openxmlformats.org/drawingml/2006/main">
            <a:off x="94488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Run</a:t>
            </a:r>
          </a:p>
        </p:txBody>
      </p:sp>
      <p:sp>
        <p:nvSpPr>
          <p:cNvPr id="27" name="">
            <a:extLst xmlns:a="http://schemas.openxmlformats.org/drawingml/2006/main">
              <a:ext uri="{FF2B5EF4-FFF2-40B4-BE49-F238E27FC236}">
                <a16:creationId xmlns:a16="http://schemas.microsoft.com/office/drawing/2014/main" id="{5626970E-2957-414A-98E1-74036CE08F4B}"/>
              </a:ext>
            </a:extLst>
          </p:cNvPr>
          <p:cNvSpPr>
            <a:spLocks xmlns:a="http://schemas.openxmlformats.org/drawingml/2006/main" noGrp="1"/>
          </p:cNvSpPr>
          <p:nvPr/>
        </p:nvSpPr>
        <p:spPr>
          <a:xfrm xmlns:a="http://schemas.openxmlformats.org/drawingml/2006/main">
            <a:off x="94488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Jumps to the copied image</a:t>
            </a:r>
          </a:p>
        </p:txBody>
      </p:sp>
      <p:sp>
        <p:nvSpPr>
          <p:cNvPr id="28" name="">
            <a:extLst xmlns:a="http://schemas.openxmlformats.org/drawingml/2006/main">
              <a:ext uri="{FF2B5EF4-FFF2-40B4-BE49-F238E27FC236}">
                <a16:creationId xmlns:a16="http://schemas.microsoft.com/office/drawing/2014/main" id="{71B84AAA-091F-48F6-9CEA-0BD4F18AA61E}"/>
              </a:ext>
            </a:extLst>
          </p:cNvPr>
          <p:cNvSpPr>
            <a:spLocks xmlns:a="http://schemas.openxmlformats.org/drawingml/2006/main" noGrp="1"/>
          </p:cNvSpPr>
          <p:nvPr/>
        </p:nvSpPr>
        <p:spPr>
          <a:xfrm xmlns:a="http://schemas.openxmlformats.org/drawingml/2006/main">
            <a:off x="45720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6F69072F-A560-48D1-ABBB-CD6CB8214D3C}"/>
              </a:ext>
            </a:extLst>
          </p:cNvPr>
          <p:cNvSpPr>
            <a:spLocks xmlns:a="http://schemas.openxmlformats.org/drawingml/2006/main" noGrp="1"/>
          </p:cNvSpPr>
          <p:nvPr/>
        </p:nvSpPr>
        <p:spPr>
          <a:xfrm xmlns:a="http://schemas.openxmlformats.org/drawingml/2006/main">
            <a:off x="457200" y="314325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C270771-4E9F-48A9-8D3D-4A828D61FA3F}"/>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Blank flash</a:t>
            </a:r>
          </a:p>
        </p:txBody>
      </p:sp>
      <p:sp>
        <p:nvSpPr>
          <p:cNvPr id="31" name="">
            <a:extLst xmlns:a="http://schemas.openxmlformats.org/drawingml/2006/main">
              <a:ext uri="{FF2B5EF4-FFF2-40B4-BE49-F238E27FC236}">
                <a16:creationId xmlns:a16="http://schemas.microsoft.com/office/drawing/2014/main" id="{3B87AA01-630A-408F-9A6E-5FB98A950CF9}"/>
              </a:ext>
            </a:extLst>
          </p:cNvPr>
          <p:cNvSpPr>
            <a:spLocks xmlns:a="http://schemas.openxmlformats.org/drawingml/2006/main" noGrp="1"/>
          </p:cNvSpPr>
          <p:nvPr/>
        </p:nvSpPr>
        <p:spPr>
          <a:xfrm xmlns:a="http://schemas.openxmlformats.org/drawingml/2006/main">
            <a:off x="68580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UART monitor with read, write, jump and info commands starts instead.</a:t>
            </a:r>
          </a:p>
        </p:txBody>
      </p:sp>
      <p:sp>
        <p:nvSpPr>
          <p:cNvPr id="32" name="">
            <a:extLst xmlns:a="http://schemas.openxmlformats.org/drawingml/2006/main">
              <a:ext uri="{FF2B5EF4-FFF2-40B4-BE49-F238E27FC236}">
                <a16:creationId xmlns:a16="http://schemas.microsoft.com/office/drawing/2014/main" id="{985C41A9-6221-40BC-95D9-73AA59070536}"/>
              </a:ext>
            </a:extLst>
          </p:cNvPr>
          <p:cNvSpPr>
            <a:spLocks xmlns:a="http://schemas.openxmlformats.org/drawingml/2006/main" noGrp="1"/>
          </p:cNvSpPr>
          <p:nvPr/>
        </p:nvSpPr>
        <p:spPr>
          <a:xfrm xmlns:a="http://schemas.openxmlformats.org/drawingml/2006/main">
            <a:off x="622935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0B06825A-E829-4FB4-ADE5-79544CC06E19}"/>
              </a:ext>
            </a:extLst>
          </p:cNvPr>
          <p:cNvSpPr>
            <a:spLocks xmlns:a="http://schemas.openxmlformats.org/drawingml/2006/main" noGrp="1"/>
          </p:cNvSpPr>
          <p:nvPr/>
        </p:nvSpPr>
        <p:spPr>
          <a:xfrm xmlns:a="http://schemas.openxmlformats.org/drawingml/2006/main">
            <a:off x="6229350" y="3143250"/>
            <a:ext cx="57150" cy="124777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1518F20-0400-423F-A597-03613289A8FF}"/>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Code runs from SRAM</a:t>
            </a:r>
          </a:p>
        </p:txBody>
      </p:sp>
      <p:sp>
        <p:nvSpPr>
          <p:cNvPr id="35" name="">
            <a:extLst xmlns:a="http://schemas.openxmlformats.org/drawingml/2006/main">
              <a:ext uri="{FF2B5EF4-FFF2-40B4-BE49-F238E27FC236}">
                <a16:creationId xmlns:a16="http://schemas.microsoft.com/office/drawing/2014/main" id="{D5D49A4D-C726-4BA5-8316-571DD4DC0CCD}"/>
              </a:ext>
            </a:extLst>
          </p:cNvPr>
          <p:cNvSpPr>
            <a:spLocks xmlns:a="http://schemas.openxmlformats.org/drawingml/2006/main" noGrp="1"/>
          </p:cNvSpPr>
          <p:nvPr/>
        </p:nvSpPr>
        <p:spPr>
          <a:xfrm xmlns:a="http://schemas.openxmlformats.org/drawingml/2006/main">
            <a:off x="645795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Nothing executes in place from external flash; executable code belongs in SRAM.</a:t>
            </a:r>
          </a:p>
        </p:txBody>
      </p:sp>
      <p:sp>
        <p:nvSpPr>
          <p:cNvPr id="36" name="">
            <a:extLst xmlns:a="http://schemas.openxmlformats.org/drawingml/2006/main">
              <a:ext uri="{FF2B5EF4-FFF2-40B4-BE49-F238E27FC236}">
                <a16:creationId xmlns:a16="http://schemas.microsoft.com/office/drawing/2014/main" id="{02E7AB49-6F5C-498D-8B44-0A927CFBEECB}"/>
              </a:ext>
            </a:extLst>
          </p:cNvPr>
          <p:cNvSpPr>
            <a:spLocks xmlns:a="http://schemas.openxmlformats.org/drawingml/2006/main" noGrp="1"/>
          </p:cNvSpPr>
          <p:nvPr/>
        </p:nvSpPr>
        <p:spPr>
          <a:xfrm xmlns:a="http://schemas.openxmlformats.org/drawingml/2006/main">
            <a:off x="4572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F3AEB1C6-8D6B-4E9E-AFA4-C2A8E4FB1673}"/>
              </a:ext>
            </a:extLst>
          </p:cNvPr>
          <p:cNvSpPr>
            <a:spLocks xmlns:a="http://schemas.openxmlformats.org/drawingml/2006/main" noGrp="1"/>
          </p:cNvSpPr>
          <p:nvPr/>
        </p:nvSpPr>
        <p:spPr>
          <a:xfrm xmlns:a="http://schemas.openxmlformats.org/drawingml/2006/main">
            <a:off x="5715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64 KB</a:t>
            </a:r>
          </a:p>
        </p:txBody>
      </p:sp>
      <p:sp>
        <p:nvSpPr>
          <p:cNvPr id="38" name="">
            <a:extLst xmlns:a="http://schemas.openxmlformats.org/drawingml/2006/main">
              <a:ext uri="{FF2B5EF4-FFF2-40B4-BE49-F238E27FC236}">
                <a16:creationId xmlns:a16="http://schemas.microsoft.com/office/drawing/2014/main" id="{AA272D16-A313-4AB0-A3CC-8583472E83FF}"/>
              </a:ext>
            </a:extLst>
          </p:cNvPr>
          <p:cNvSpPr>
            <a:spLocks xmlns:a="http://schemas.openxmlformats.org/drawingml/2006/main" noGrp="1"/>
          </p:cNvSpPr>
          <p:nvPr/>
        </p:nvSpPr>
        <p:spPr>
          <a:xfrm xmlns:a="http://schemas.openxmlformats.org/drawingml/2006/main">
            <a:off x="5715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BOOT ROM</a:t>
            </a:r>
          </a:p>
        </p:txBody>
      </p:sp>
      <p:sp>
        <p:nvSpPr>
          <p:cNvPr id="39" name="">
            <a:extLst xmlns:a="http://schemas.openxmlformats.org/drawingml/2006/main">
              <a:ext uri="{FF2B5EF4-FFF2-40B4-BE49-F238E27FC236}">
                <a16:creationId xmlns:a16="http://schemas.microsoft.com/office/drawing/2014/main" id="{57C52296-36BE-446F-9CB1-7299A772D4E2}"/>
              </a:ext>
            </a:extLst>
          </p:cNvPr>
          <p:cNvSpPr>
            <a:spLocks xmlns:a="http://schemas.openxmlformats.org/drawingml/2006/main" noGrp="1"/>
          </p:cNvSpPr>
          <p:nvPr/>
        </p:nvSpPr>
        <p:spPr>
          <a:xfrm xmlns:a="http://schemas.openxmlformats.org/drawingml/2006/main">
            <a:off x="5905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Runs with no external help</a:t>
            </a:r>
          </a:p>
        </p:txBody>
      </p:sp>
      <p:sp>
        <p:nvSpPr>
          <p:cNvPr id="40" name="">
            <a:extLst xmlns:a="http://schemas.openxmlformats.org/drawingml/2006/main">
              <a:ext uri="{FF2B5EF4-FFF2-40B4-BE49-F238E27FC236}">
                <a16:creationId xmlns:a16="http://schemas.microsoft.com/office/drawing/2014/main" id="{6668A3C0-3254-438A-94F6-7D154499C682}"/>
              </a:ext>
            </a:extLst>
          </p:cNvPr>
          <p:cNvSpPr>
            <a:spLocks xmlns:a="http://schemas.openxmlformats.org/drawingml/2006/main" noGrp="1"/>
          </p:cNvSpPr>
          <p:nvPr/>
        </p:nvSpPr>
        <p:spPr>
          <a:xfrm xmlns:a="http://schemas.openxmlformats.org/drawingml/2006/main">
            <a:off x="43053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41" name="">
            <a:extLst xmlns:a="http://schemas.openxmlformats.org/drawingml/2006/main">
              <a:ext uri="{FF2B5EF4-FFF2-40B4-BE49-F238E27FC236}">
                <a16:creationId xmlns:a16="http://schemas.microsoft.com/office/drawing/2014/main" id="{AB32D7C6-58C1-4A1E-9296-EE910FB84131}"/>
              </a:ext>
            </a:extLst>
          </p:cNvPr>
          <p:cNvSpPr>
            <a:spLocks xmlns:a="http://schemas.openxmlformats.org/drawingml/2006/main" noGrp="1"/>
          </p:cNvSpPr>
          <p:nvPr/>
        </p:nvSpPr>
        <p:spPr>
          <a:xfrm xmlns:a="http://schemas.openxmlformats.org/drawingml/2006/main">
            <a:off x="44196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115,200</a:t>
            </a:r>
          </a:p>
        </p:txBody>
      </p:sp>
      <p:sp>
        <p:nvSpPr>
          <p:cNvPr id="42" name="">
            <a:extLst xmlns:a="http://schemas.openxmlformats.org/drawingml/2006/main">
              <a:ext uri="{FF2B5EF4-FFF2-40B4-BE49-F238E27FC236}">
                <a16:creationId xmlns:a16="http://schemas.microsoft.com/office/drawing/2014/main" id="{876AA0C7-5600-4F6F-BBAA-9414B2FF81CB}"/>
              </a:ext>
            </a:extLst>
          </p:cNvPr>
          <p:cNvSpPr>
            <a:spLocks xmlns:a="http://schemas.openxmlformats.org/drawingml/2006/main" noGrp="1"/>
          </p:cNvSpPr>
          <p:nvPr/>
        </p:nvSpPr>
        <p:spPr>
          <a:xfrm xmlns:a="http://schemas.openxmlformats.org/drawingml/2006/main">
            <a:off x="44196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CONSOLE BAUD</a:t>
            </a:r>
          </a:p>
        </p:txBody>
      </p:sp>
      <p:sp>
        <p:nvSpPr>
          <p:cNvPr id="43" name="">
            <a:extLst xmlns:a="http://schemas.openxmlformats.org/drawingml/2006/main">
              <a:ext uri="{FF2B5EF4-FFF2-40B4-BE49-F238E27FC236}">
                <a16:creationId xmlns:a16="http://schemas.microsoft.com/office/drawing/2014/main" id="{EBD661A7-4F72-4F6A-96AF-DAE0AB3E13DB}"/>
              </a:ext>
            </a:extLst>
          </p:cNvPr>
          <p:cNvSpPr>
            <a:spLocks xmlns:a="http://schemas.openxmlformats.org/drawingml/2006/main" noGrp="1"/>
          </p:cNvSpPr>
          <p:nvPr/>
        </p:nvSpPr>
        <p:spPr>
          <a:xfrm xmlns:a="http://schemas.openxmlformats.org/drawingml/2006/main">
            <a:off x="44386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Divider fixed for 50 MHz</a:t>
            </a:r>
          </a:p>
        </p:txBody>
      </p:sp>
      <p:sp>
        <p:nvSpPr>
          <p:cNvPr id="44" name="">
            <a:extLst xmlns:a="http://schemas.openxmlformats.org/drawingml/2006/main">
              <a:ext uri="{FF2B5EF4-FFF2-40B4-BE49-F238E27FC236}">
                <a16:creationId xmlns:a16="http://schemas.microsoft.com/office/drawing/2014/main" id="{23B77EBA-B34A-4B7D-8503-B1488E47B404}"/>
              </a:ext>
            </a:extLst>
          </p:cNvPr>
          <p:cNvSpPr>
            <a:spLocks xmlns:a="http://schemas.openxmlformats.org/drawingml/2006/main" noGrp="1"/>
          </p:cNvSpPr>
          <p:nvPr/>
        </p:nvSpPr>
        <p:spPr>
          <a:xfrm xmlns:a="http://schemas.openxmlformats.org/drawingml/2006/main">
            <a:off x="8153400" y="4705350"/>
            <a:ext cx="3581400" cy="1390650"/>
          </a:xfrm>
          <a:prstGeom xmlns:a="http://schemas.openxmlformats.org/drawingml/2006/main" prst="roundRect">
            <a:avLst>
              <a:gd name="adj" fmla="val 5479"/>
            </a:avLst>
          </a:prstGeom>
          <a:solidFill xmlns:a="http://schemas.openxmlformats.org/drawingml/2006/main">
            <a:srgbClr val="F8FAFC"/>
          </a:solidFill>
          <a:ln xmlns:a="http://schemas.openxmlformats.org/drawingml/2006/main" w="9525">
            <a:solidFill>
              <a:srgbClr val="E2E8F0"/>
            </a:solidFill>
            <a:prstDash val="solid"/>
          </a:ln>
        </p:spPr>
      </p:sp>
      <p:sp>
        <p:nvSpPr>
          <p:cNvPr id="45" name="">
            <a:extLst xmlns:a="http://schemas.openxmlformats.org/drawingml/2006/main">
              <a:ext uri="{FF2B5EF4-FFF2-40B4-BE49-F238E27FC236}">
                <a16:creationId xmlns:a16="http://schemas.microsoft.com/office/drawing/2014/main" id="{1DB43A37-DE7D-4F94-B41D-69D5596830C8}"/>
              </a:ext>
            </a:extLst>
          </p:cNvPr>
          <p:cNvSpPr>
            <a:spLocks xmlns:a="http://schemas.openxmlformats.org/drawingml/2006/main" noGrp="1"/>
          </p:cNvSpPr>
          <p:nvPr/>
        </p:nvSpPr>
        <p:spPr>
          <a:xfrm xmlns:a="http://schemas.openxmlformats.org/drawingml/2006/main">
            <a:off x="82677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Quad SPI</a:t>
            </a:r>
          </a:p>
        </p:txBody>
      </p:sp>
      <p:sp>
        <p:nvSpPr>
          <p:cNvPr id="46" name="">
            <a:extLst xmlns:a="http://schemas.openxmlformats.org/drawingml/2006/main">
              <a:ext uri="{FF2B5EF4-FFF2-40B4-BE49-F238E27FC236}">
                <a16:creationId xmlns:a16="http://schemas.microsoft.com/office/drawing/2014/main" id="{973671B3-BAF4-4F48-8C89-53E6D0037151}"/>
              </a:ext>
            </a:extLst>
          </p:cNvPr>
          <p:cNvSpPr>
            <a:spLocks xmlns:a="http://schemas.openxmlformats.org/drawingml/2006/main" noGrp="1"/>
          </p:cNvSpPr>
          <p:nvPr/>
        </p:nvSpPr>
        <p:spPr>
          <a:xfrm xmlns:a="http://schemas.openxmlformats.org/drawingml/2006/main">
            <a:off x="82677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FLASH READ</a:t>
            </a:r>
          </a:p>
        </p:txBody>
      </p:sp>
      <p:sp>
        <p:nvSpPr>
          <p:cNvPr id="47" name="">
            <a:extLst xmlns:a="http://schemas.openxmlformats.org/drawingml/2006/main">
              <a:ext uri="{FF2B5EF4-FFF2-40B4-BE49-F238E27FC236}">
                <a16:creationId xmlns:a16="http://schemas.microsoft.com/office/drawing/2014/main" id="{1C240CD9-0AC5-4A5D-9D96-4B2037AFD82E}"/>
              </a:ext>
            </a:extLst>
          </p:cNvPr>
          <p:cNvSpPr>
            <a:spLocks xmlns:a="http://schemas.openxmlformats.org/drawingml/2006/main" noGrp="1"/>
          </p:cNvSpPr>
          <p:nvPr/>
        </p:nvSpPr>
        <p:spPr>
          <a:xfrm xmlns:a="http://schemas.openxmlformats.org/drawingml/2006/main">
            <a:off x="8286750" y="5591175"/>
            <a:ext cx="3314700" cy="4476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Image copied into SRAM</a:t>
            </a:r>
          </a:p>
        </p:txBody>
      </p:sp>
      <p:sp>
        <p:nvSpPr>
          <p:cNvPr id="48" name="">
            <a:extLst xmlns:a="http://schemas.openxmlformats.org/drawingml/2006/main">
              <a:ext uri="{FF2B5EF4-FFF2-40B4-BE49-F238E27FC236}">
                <a16:creationId xmlns:a16="http://schemas.microsoft.com/office/drawing/2014/main" id="{EFBCC2CC-B9DC-44DA-8AD6-DA0F3D7DD46F}"/>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§6.2 boot flow.</a:t>
            </a:r>
          </a:p>
        </p:txBody>
      </p:sp>
    </p:spTree>
    <p:extLst>
      <p:ext uri="{BB962C8B-B14F-4D97-AF65-F5344CB8AC3E}">
        <p14:creationId xmlns:p14="http://schemas.microsoft.com/office/powerpoint/2010/main" val="163492402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A93F6D70-82FB-45D2-B664-4305BA14A8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0E6BEA-0988-4EA4-9755-0F5D61E887E0}"/>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10 · PERIPHERALS</a:t>
            </a:r>
          </a:p>
        </p:txBody>
      </p:sp>
      <p:sp>
        <p:nvSpPr>
          <p:cNvPr id="3" name="">
            <a:extLst xmlns:a="http://schemas.openxmlformats.org/drawingml/2006/main">
              <a:ext uri="{FF2B5EF4-FFF2-40B4-BE49-F238E27FC236}">
                <a16:creationId xmlns:a16="http://schemas.microsoft.com/office/drawing/2014/main" id="{4F8C49A1-E1F3-4D5C-8A0D-9D7636668676}"/>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Peripheral limits a firmware plan can rely on</a:t>
            </a:r>
          </a:p>
        </p:txBody>
      </p:sp>
      <p:sp>
        <p:nvSpPr>
          <p:cNvPr id="4" name="">
            <a:extLst xmlns:a="http://schemas.openxmlformats.org/drawingml/2006/main">
              <a:ext uri="{FF2B5EF4-FFF2-40B4-BE49-F238E27FC236}">
                <a16:creationId xmlns:a16="http://schemas.microsoft.com/office/drawing/2014/main" id="{4D3F1769-0E28-423B-B69C-201AEF8C0319}"/>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Capability and timing per block, from the datasheet’s block notes</a:t>
            </a:r>
          </a:p>
        </p:txBody>
      </p:sp>
      <p:sp>
        <p:nvSpPr>
          <p:cNvPr id="5" name="">
            <a:extLst xmlns:a="http://schemas.openxmlformats.org/drawingml/2006/main">
              <a:ext uri="{FF2B5EF4-FFF2-40B4-BE49-F238E27FC236}">
                <a16:creationId xmlns:a16="http://schemas.microsoft.com/office/drawing/2014/main" id="{A21DAF7C-0910-45BB-953F-113ECFC25891}"/>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D80DE8C-C7BC-4B9A-B588-9E5F302E159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19EBFE1-3F22-4EEC-9094-DB56AE46B1A5}"/>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B1B1EDD4-065C-42DE-BE9D-5A63FEFDEC6A}"/>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10</a:t>
            </a:r>
          </a:p>
        </p:txBody>
      </p:sp>
      <p:sp>
        <p:nvSpPr>
          <p:cNvPr id="9" name="">
            <a:extLst xmlns:a="http://schemas.openxmlformats.org/drawingml/2006/main">
              <a:ext uri="{FF2B5EF4-FFF2-40B4-BE49-F238E27FC236}">
                <a16:creationId xmlns:a16="http://schemas.microsoft.com/office/drawing/2014/main" id="{8EAEC01E-A57F-454C-879D-9B2ADB387304}"/>
              </a:ext>
            </a:extLst>
          </p:cNvPr>
          <p:cNvSpPr>
            <a:spLocks xmlns:a="http://schemas.openxmlformats.org/drawingml/2006/main" noGrp="1"/>
          </p:cNvSpPr>
          <p:nvPr/>
        </p:nvSpPr>
        <p:spPr>
          <a:xfrm xmlns:a="http://schemas.openxmlformats.org/drawingml/2006/main">
            <a:off x="457200" y="1619250"/>
            <a:ext cx="11277600" cy="3619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A70F672-2040-468A-B521-2E665FC19C1E}"/>
              </a:ext>
            </a:extLst>
          </p:cNvPr>
          <p:cNvSpPr>
            <a:spLocks xmlns:a="http://schemas.openxmlformats.org/drawingml/2006/main" noGrp="1"/>
          </p:cNvSpPr>
          <p:nvPr/>
        </p:nvSpPr>
        <p:spPr>
          <a:xfrm xmlns:a="http://schemas.openxmlformats.org/drawingml/2006/main">
            <a:off x="590550" y="1733550"/>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BLOCK</a:t>
            </a:r>
          </a:p>
        </p:txBody>
      </p:sp>
      <p:sp>
        <p:nvSpPr>
          <p:cNvPr id="11" name="">
            <a:extLst xmlns:a="http://schemas.openxmlformats.org/drawingml/2006/main">
              <a:ext uri="{FF2B5EF4-FFF2-40B4-BE49-F238E27FC236}">
                <a16:creationId xmlns:a16="http://schemas.microsoft.com/office/drawing/2014/main" id="{712B546B-06C6-4DC2-93B6-9804C64A2442}"/>
              </a:ext>
            </a:extLst>
          </p:cNvPr>
          <p:cNvSpPr>
            <a:spLocks xmlns:a="http://schemas.openxmlformats.org/drawingml/2006/main" noGrp="1"/>
          </p:cNvSpPr>
          <p:nvPr/>
        </p:nvSpPr>
        <p:spPr>
          <a:xfrm xmlns:a="http://schemas.openxmlformats.org/drawingml/2006/main">
            <a:off x="2590800" y="1733550"/>
            <a:ext cx="3619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LIMIT</a:t>
            </a:r>
          </a:p>
        </p:txBody>
      </p:sp>
      <p:sp>
        <p:nvSpPr>
          <p:cNvPr id="12" name="">
            <a:extLst xmlns:a="http://schemas.openxmlformats.org/drawingml/2006/main">
              <a:ext uri="{FF2B5EF4-FFF2-40B4-BE49-F238E27FC236}">
                <a16:creationId xmlns:a16="http://schemas.microsoft.com/office/drawing/2014/main" id="{F994D578-CD39-4457-8DF5-161ED932A26D}"/>
              </a:ext>
            </a:extLst>
          </p:cNvPr>
          <p:cNvSpPr>
            <a:spLocks xmlns:a="http://schemas.openxmlformats.org/drawingml/2006/main" noGrp="1"/>
          </p:cNvSpPr>
          <p:nvPr/>
        </p:nvSpPr>
        <p:spPr>
          <a:xfrm xmlns:a="http://schemas.openxmlformats.org/drawingml/2006/main">
            <a:off x="6400800" y="1733550"/>
            <a:ext cx="5276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NOTE</a:t>
            </a:r>
          </a:p>
        </p:txBody>
      </p:sp>
      <p:sp>
        <p:nvSpPr>
          <p:cNvPr id="13" name="">
            <a:extLst xmlns:a="http://schemas.openxmlformats.org/drawingml/2006/main">
              <a:ext uri="{FF2B5EF4-FFF2-40B4-BE49-F238E27FC236}">
                <a16:creationId xmlns:a16="http://schemas.microsoft.com/office/drawing/2014/main" id="{F44AE35E-9CF7-4D62-89C6-039ABD048D9F}"/>
              </a:ext>
            </a:extLst>
          </p:cNvPr>
          <p:cNvSpPr>
            <a:spLocks xmlns:a="http://schemas.openxmlformats.org/drawingml/2006/main" noGrp="1"/>
          </p:cNvSpPr>
          <p:nvPr/>
        </p:nvSpPr>
        <p:spPr>
          <a:xfrm xmlns:a="http://schemas.openxmlformats.org/drawingml/2006/main">
            <a:off x="457200" y="19812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98374104-D064-49BB-9ADD-B73DD015200F}"/>
              </a:ext>
            </a:extLst>
          </p:cNvPr>
          <p:cNvSpPr>
            <a:spLocks xmlns:a="http://schemas.openxmlformats.org/drawingml/2006/main" noGrp="1"/>
          </p:cNvSpPr>
          <p:nvPr/>
        </p:nvSpPr>
        <p:spPr>
          <a:xfrm xmlns:a="http://schemas.openxmlformats.org/drawingml/2006/main">
            <a:off x="590550" y="20859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UART × 2</a:t>
            </a:r>
          </a:p>
        </p:txBody>
      </p:sp>
      <p:sp>
        <p:nvSpPr>
          <p:cNvPr id="15" name="">
            <a:extLst xmlns:a="http://schemas.openxmlformats.org/drawingml/2006/main">
              <a:ext uri="{FF2B5EF4-FFF2-40B4-BE49-F238E27FC236}">
                <a16:creationId xmlns:a16="http://schemas.microsoft.com/office/drawing/2014/main" id="{B7FD2D07-0D31-45E2-964E-9170123FEDB1}"/>
              </a:ext>
            </a:extLst>
          </p:cNvPr>
          <p:cNvSpPr>
            <a:spLocks xmlns:a="http://schemas.openxmlformats.org/drawingml/2006/main" noGrp="1"/>
          </p:cNvSpPr>
          <p:nvPr/>
        </p:nvSpPr>
        <p:spPr>
          <a:xfrm xmlns:a="http://schemas.openxmlformats.org/drawingml/2006/main">
            <a:off x="2590800" y="20859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115,200 baud, 8N1 at 50 MHz</a:t>
            </a:r>
          </a:p>
        </p:txBody>
      </p:sp>
      <p:sp>
        <p:nvSpPr>
          <p:cNvPr id="16" name="">
            <a:extLst xmlns:a="http://schemas.openxmlformats.org/drawingml/2006/main">
              <a:ext uri="{FF2B5EF4-FFF2-40B4-BE49-F238E27FC236}">
                <a16:creationId xmlns:a16="http://schemas.microsoft.com/office/drawing/2014/main" id="{5D69F2A6-6A24-4B3E-B7CA-318EC9423867}"/>
              </a:ext>
            </a:extLst>
          </p:cNvPr>
          <p:cNvSpPr>
            <a:spLocks xmlns:a="http://schemas.openxmlformats.org/drawingml/2006/main" noGrp="1"/>
          </p:cNvSpPr>
          <p:nvPr/>
        </p:nvSpPr>
        <p:spPr>
          <a:xfrm xmlns:a="http://schemas.openxmlformats.org/drawingml/2006/main">
            <a:off x="6400800" y="20859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Writes wait while busy; a byte is never dropped</a:t>
            </a:r>
          </a:p>
        </p:txBody>
      </p:sp>
      <p:sp>
        <p:nvSpPr>
          <p:cNvPr id="17" name="">
            <a:extLst xmlns:a="http://schemas.openxmlformats.org/drawingml/2006/main">
              <a:ext uri="{FF2B5EF4-FFF2-40B4-BE49-F238E27FC236}">
                <a16:creationId xmlns:a16="http://schemas.microsoft.com/office/drawing/2014/main" id="{60550E32-E947-4496-9430-989808980CA9}"/>
              </a:ext>
            </a:extLst>
          </p:cNvPr>
          <p:cNvSpPr>
            <a:spLocks xmlns:a="http://schemas.openxmlformats.org/drawingml/2006/main" noGrp="1"/>
          </p:cNvSpPr>
          <p:nvPr/>
        </p:nvSpPr>
        <p:spPr>
          <a:xfrm xmlns:a="http://schemas.openxmlformats.org/drawingml/2006/main">
            <a:off x="457200" y="24003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8B3F32D3-A200-4D2A-BE87-6A694075C938}"/>
              </a:ext>
            </a:extLst>
          </p:cNvPr>
          <p:cNvSpPr>
            <a:spLocks xmlns:a="http://schemas.openxmlformats.org/drawingml/2006/main" noGrp="1"/>
          </p:cNvSpPr>
          <p:nvPr/>
        </p:nvSpPr>
        <p:spPr>
          <a:xfrm xmlns:a="http://schemas.openxmlformats.org/drawingml/2006/main">
            <a:off x="590550" y="25050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SPI master</a:t>
            </a:r>
          </a:p>
        </p:txBody>
      </p:sp>
      <p:sp>
        <p:nvSpPr>
          <p:cNvPr id="19" name="">
            <a:extLst xmlns:a="http://schemas.openxmlformats.org/drawingml/2006/main">
              <a:ext uri="{FF2B5EF4-FFF2-40B4-BE49-F238E27FC236}">
                <a16:creationId xmlns:a16="http://schemas.microsoft.com/office/drawing/2014/main" id="{EB5A206C-8A75-4398-A2F9-7BB8DA82B98C}"/>
              </a:ext>
            </a:extLst>
          </p:cNvPr>
          <p:cNvSpPr>
            <a:spLocks xmlns:a="http://schemas.openxmlformats.org/drawingml/2006/main" noGrp="1"/>
          </p:cNvSpPr>
          <p:nvPr/>
        </p:nvSpPr>
        <p:spPr>
          <a:xfrm xmlns:a="http://schemas.openxmlformats.org/drawingml/2006/main">
            <a:off x="2590800" y="25050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Up to 25 MHz</a:t>
            </a:r>
          </a:p>
        </p:txBody>
      </p:sp>
      <p:sp>
        <p:nvSpPr>
          <p:cNvPr id="20" name="">
            <a:extLst xmlns:a="http://schemas.openxmlformats.org/drawingml/2006/main">
              <a:ext uri="{FF2B5EF4-FFF2-40B4-BE49-F238E27FC236}">
                <a16:creationId xmlns:a16="http://schemas.microsoft.com/office/drawing/2014/main" id="{C52FD997-24C5-4B78-9C61-64FB1200E101}"/>
              </a:ext>
            </a:extLst>
          </p:cNvPr>
          <p:cNvSpPr>
            <a:spLocks xmlns:a="http://schemas.openxmlformats.org/drawingml/2006/main" noGrp="1"/>
          </p:cNvSpPr>
          <p:nvPr/>
        </p:nvSpPr>
        <p:spPr>
          <a:xfrm xmlns:a="http://schemas.openxmlformats.org/drawingml/2006/main">
            <a:off x="6400800" y="25050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0.64 µs per 16-bit word</a:t>
            </a:r>
          </a:p>
        </p:txBody>
      </p:sp>
      <p:sp>
        <p:nvSpPr>
          <p:cNvPr id="21" name="">
            <a:extLst xmlns:a="http://schemas.openxmlformats.org/drawingml/2006/main">
              <a:ext uri="{FF2B5EF4-FFF2-40B4-BE49-F238E27FC236}">
                <a16:creationId xmlns:a16="http://schemas.microsoft.com/office/drawing/2014/main" id="{610231C3-E1BA-4063-8634-D1402E3D4F4C}"/>
              </a:ext>
            </a:extLst>
          </p:cNvPr>
          <p:cNvSpPr>
            <a:spLocks xmlns:a="http://schemas.openxmlformats.org/drawingml/2006/main" noGrp="1"/>
          </p:cNvSpPr>
          <p:nvPr/>
        </p:nvSpPr>
        <p:spPr>
          <a:xfrm xmlns:a="http://schemas.openxmlformats.org/drawingml/2006/main">
            <a:off x="457200" y="28194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E5DC948C-55D4-4A73-95BA-EEBD0610C089}"/>
              </a:ext>
            </a:extLst>
          </p:cNvPr>
          <p:cNvSpPr>
            <a:spLocks xmlns:a="http://schemas.openxmlformats.org/drawingml/2006/main" noGrp="1"/>
          </p:cNvSpPr>
          <p:nvPr/>
        </p:nvSpPr>
        <p:spPr>
          <a:xfrm xmlns:a="http://schemas.openxmlformats.org/drawingml/2006/main">
            <a:off x="590550" y="29241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I²C master</a:t>
            </a:r>
          </a:p>
        </p:txBody>
      </p:sp>
      <p:sp>
        <p:nvSpPr>
          <p:cNvPr id="23" name="">
            <a:extLst xmlns:a="http://schemas.openxmlformats.org/drawingml/2006/main">
              <a:ext uri="{FF2B5EF4-FFF2-40B4-BE49-F238E27FC236}">
                <a16:creationId xmlns:a16="http://schemas.microsoft.com/office/drawing/2014/main" id="{EBD20D01-DE7D-45C3-8ABF-31EB8ED42CE6}"/>
              </a:ext>
            </a:extLst>
          </p:cNvPr>
          <p:cNvSpPr>
            <a:spLocks xmlns:a="http://schemas.openxmlformats.org/drawingml/2006/main" noGrp="1"/>
          </p:cNvSpPr>
          <p:nvPr/>
        </p:nvSpPr>
        <p:spPr>
          <a:xfrm xmlns:a="http://schemas.openxmlformats.org/drawingml/2006/main">
            <a:off x="2590800" y="29241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100 / 400 kHz, 7-bit addressing</a:t>
            </a:r>
          </a:p>
        </p:txBody>
      </p:sp>
      <p:sp>
        <p:nvSpPr>
          <p:cNvPr id="24" name="">
            <a:extLst xmlns:a="http://schemas.openxmlformats.org/drawingml/2006/main">
              <a:ext uri="{FF2B5EF4-FFF2-40B4-BE49-F238E27FC236}">
                <a16:creationId xmlns:a16="http://schemas.microsoft.com/office/drawing/2014/main" id="{E5097226-6D3D-429D-AC80-72A8190F9506}"/>
              </a:ext>
            </a:extLst>
          </p:cNvPr>
          <p:cNvSpPr>
            <a:spLocks xmlns:a="http://schemas.openxmlformats.org/drawingml/2006/main" noGrp="1"/>
          </p:cNvSpPr>
          <p:nvPr/>
        </p:nvSpPr>
        <p:spPr>
          <a:xfrm xmlns:a="http://schemas.openxmlformats.org/drawingml/2006/main">
            <a:off x="6400800" y="29241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Clock stretching; a 2-byte read takes ~72 µs at 400 kHz</a:t>
            </a:r>
          </a:p>
        </p:txBody>
      </p:sp>
      <p:sp>
        <p:nvSpPr>
          <p:cNvPr id="25" name="">
            <a:extLst xmlns:a="http://schemas.openxmlformats.org/drawingml/2006/main">
              <a:ext uri="{FF2B5EF4-FFF2-40B4-BE49-F238E27FC236}">
                <a16:creationId xmlns:a16="http://schemas.microsoft.com/office/drawing/2014/main" id="{4B07B5E5-F9A4-4AA8-B510-1EBE2F71F1DD}"/>
              </a:ext>
            </a:extLst>
          </p:cNvPr>
          <p:cNvSpPr>
            <a:spLocks xmlns:a="http://schemas.openxmlformats.org/drawingml/2006/main" noGrp="1"/>
          </p:cNvSpPr>
          <p:nvPr/>
        </p:nvSpPr>
        <p:spPr>
          <a:xfrm xmlns:a="http://schemas.openxmlformats.org/drawingml/2006/main">
            <a:off x="457200" y="32385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31B0CEFA-6DA4-4E2B-833F-9139C645DF0A}"/>
              </a:ext>
            </a:extLst>
          </p:cNvPr>
          <p:cNvSpPr>
            <a:spLocks xmlns:a="http://schemas.openxmlformats.org/drawingml/2006/main" noGrp="1"/>
          </p:cNvSpPr>
          <p:nvPr/>
        </p:nvSpPr>
        <p:spPr>
          <a:xfrm xmlns:a="http://schemas.openxmlformats.org/drawingml/2006/main">
            <a:off x="590550" y="33432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3-phase PWM</a:t>
            </a:r>
          </a:p>
        </p:txBody>
      </p:sp>
      <p:sp>
        <p:nvSpPr>
          <p:cNvPr id="27" name="">
            <a:extLst xmlns:a="http://schemas.openxmlformats.org/drawingml/2006/main">
              <a:ext uri="{FF2B5EF4-FFF2-40B4-BE49-F238E27FC236}">
                <a16:creationId xmlns:a16="http://schemas.microsoft.com/office/drawing/2014/main" id="{27CFC244-1B3B-4681-B236-12C9B4AB828D}"/>
              </a:ext>
            </a:extLst>
          </p:cNvPr>
          <p:cNvSpPr>
            <a:spLocks xmlns:a="http://schemas.openxmlformats.org/drawingml/2006/main" noGrp="1"/>
          </p:cNvSpPr>
          <p:nvPr/>
        </p:nvSpPr>
        <p:spPr>
          <a:xfrm xmlns:a="http://schemas.openxmlformats.org/drawingml/2006/main">
            <a:off x="2590800" y="33432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Dead-time up to 5.1 µs at 50 MHz</a:t>
            </a:r>
          </a:p>
        </p:txBody>
      </p:sp>
      <p:sp>
        <p:nvSpPr>
          <p:cNvPr id="28" name="">
            <a:extLst xmlns:a="http://schemas.openxmlformats.org/drawingml/2006/main">
              <a:ext uri="{FF2B5EF4-FFF2-40B4-BE49-F238E27FC236}">
                <a16:creationId xmlns:a16="http://schemas.microsoft.com/office/drawing/2014/main" id="{605739BB-BB39-43B5-ABD3-E7697A33ACF4}"/>
              </a:ext>
            </a:extLst>
          </p:cNvPr>
          <p:cNvSpPr>
            <a:spLocks xmlns:a="http://schemas.openxmlformats.org/drawingml/2006/main" noGrp="1"/>
          </p:cNvSpPr>
          <p:nvPr/>
        </p:nvSpPr>
        <p:spPr>
          <a:xfrm xmlns:a="http://schemas.openxmlformats.org/drawingml/2006/main">
            <a:off x="6400800" y="33432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Hardware brake forces all six outputs off in ≤ 2 cycles</a:t>
            </a:r>
          </a:p>
        </p:txBody>
      </p:sp>
      <p:sp>
        <p:nvSpPr>
          <p:cNvPr id="29" name="">
            <a:extLst xmlns:a="http://schemas.openxmlformats.org/drawingml/2006/main">
              <a:ext uri="{FF2B5EF4-FFF2-40B4-BE49-F238E27FC236}">
                <a16:creationId xmlns:a16="http://schemas.microsoft.com/office/drawing/2014/main" id="{81E2EB99-874B-4C2E-92D7-772AEEF6FE4C}"/>
              </a:ext>
            </a:extLst>
          </p:cNvPr>
          <p:cNvSpPr>
            <a:spLocks xmlns:a="http://schemas.openxmlformats.org/drawingml/2006/main" noGrp="1"/>
          </p:cNvSpPr>
          <p:nvPr/>
        </p:nvSpPr>
        <p:spPr>
          <a:xfrm xmlns:a="http://schemas.openxmlformats.org/drawingml/2006/main">
            <a:off x="457200" y="36576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98495F5C-D44F-4CDA-B237-7CB307FA9EA3}"/>
              </a:ext>
            </a:extLst>
          </p:cNvPr>
          <p:cNvSpPr>
            <a:spLocks xmlns:a="http://schemas.openxmlformats.org/drawingml/2006/main" noGrp="1"/>
          </p:cNvSpPr>
          <p:nvPr/>
        </p:nvSpPr>
        <p:spPr>
          <a:xfrm xmlns:a="http://schemas.openxmlformats.org/drawingml/2006/main">
            <a:off x="590550" y="37623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DShot × 4</a:t>
            </a:r>
          </a:p>
        </p:txBody>
      </p:sp>
      <p:sp>
        <p:nvSpPr>
          <p:cNvPr id="31" name="">
            <a:extLst xmlns:a="http://schemas.openxmlformats.org/drawingml/2006/main">
              <a:ext uri="{FF2B5EF4-FFF2-40B4-BE49-F238E27FC236}">
                <a16:creationId xmlns:a16="http://schemas.microsoft.com/office/drawing/2014/main" id="{0933F186-D241-4E37-808B-52C21ED6B91E}"/>
              </a:ext>
            </a:extLst>
          </p:cNvPr>
          <p:cNvSpPr>
            <a:spLocks xmlns:a="http://schemas.openxmlformats.org/drawingml/2006/main" noGrp="1"/>
          </p:cNvSpPr>
          <p:nvPr/>
        </p:nvSpPr>
        <p:spPr>
          <a:xfrm xmlns:a="http://schemas.openxmlformats.org/drawingml/2006/main">
            <a:off x="2590800" y="37623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16-bit frames with CRC4</a:t>
            </a:r>
          </a:p>
        </p:txBody>
      </p:sp>
      <p:sp>
        <p:nvSpPr>
          <p:cNvPr id="32" name="">
            <a:extLst xmlns:a="http://schemas.openxmlformats.org/drawingml/2006/main">
              <a:ext uri="{FF2B5EF4-FFF2-40B4-BE49-F238E27FC236}">
                <a16:creationId xmlns:a16="http://schemas.microsoft.com/office/drawing/2014/main" id="{53484852-6FFB-42DC-A7EA-C9A77A802D96}"/>
              </a:ext>
            </a:extLst>
          </p:cNvPr>
          <p:cNvSpPr>
            <a:spLocks xmlns:a="http://schemas.openxmlformats.org/drawingml/2006/main" noGrp="1"/>
          </p:cNvSpPr>
          <p:nvPr/>
        </p:nvSpPr>
        <p:spPr>
          <a:xfrm xmlns:a="http://schemas.openxmlformats.org/drawingml/2006/main">
            <a:off x="6400800" y="37623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All four channels share one bit-time counter</a:t>
            </a:r>
          </a:p>
        </p:txBody>
      </p:sp>
      <p:sp>
        <p:nvSpPr>
          <p:cNvPr id="33" name="">
            <a:extLst xmlns:a="http://schemas.openxmlformats.org/drawingml/2006/main">
              <a:ext uri="{FF2B5EF4-FFF2-40B4-BE49-F238E27FC236}">
                <a16:creationId xmlns:a16="http://schemas.microsoft.com/office/drawing/2014/main" id="{8788EF40-DE24-485A-A692-9242F321612F}"/>
              </a:ext>
            </a:extLst>
          </p:cNvPr>
          <p:cNvSpPr>
            <a:spLocks xmlns:a="http://schemas.openxmlformats.org/drawingml/2006/main" noGrp="1"/>
          </p:cNvSpPr>
          <p:nvPr/>
        </p:nvSpPr>
        <p:spPr>
          <a:xfrm xmlns:a="http://schemas.openxmlformats.org/drawingml/2006/main">
            <a:off x="457200" y="40767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68A7E54E-6DED-499F-9F5D-95655FB699B1}"/>
              </a:ext>
            </a:extLst>
          </p:cNvPr>
          <p:cNvSpPr>
            <a:spLocks xmlns:a="http://schemas.openxmlformats.org/drawingml/2006/main" noGrp="1"/>
          </p:cNvSpPr>
          <p:nvPr/>
        </p:nvSpPr>
        <p:spPr>
          <a:xfrm xmlns:a="http://schemas.openxmlformats.org/drawingml/2006/main">
            <a:off x="590550" y="41814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Encoder + Hall</a:t>
            </a:r>
          </a:p>
        </p:txBody>
      </p:sp>
      <p:sp>
        <p:nvSpPr>
          <p:cNvPr id="35" name="">
            <a:extLst xmlns:a="http://schemas.openxmlformats.org/drawingml/2006/main">
              <a:ext uri="{FF2B5EF4-FFF2-40B4-BE49-F238E27FC236}">
                <a16:creationId xmlns:a16="http://schemas.microsoft.com/office/drawing/2014/main" id="{978F8E79-AEFA-4E1D-A648-18C721670EB2}"/>
              </a:ext>
            </a:extLst>
          </p:cNvPr>
          <p:cNvSpPr>
            <a:spLocks xmlns:a="http://schemas.openxmlformats.org/drawingml/2006/main" noGrp="1"/>
          </p:cNvSpPr>
          <p:nvPr/>
        </p:nvSpPr>
        <p:spPr>
          <a:xfrm xmlns:a="http://schemas.openxmlformats.org/drawingml/2006/main">
            <a:off x="2590800" y="41814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4× quadrature, index, 3 Hall inputs</a:t>
            </a:r>
          </a:p>
        </p:txBody>
      </p:sp>
      <p:sp>
        <p:nvSpPr>
          <p:cNvPr id="36" name="">
            <a:extLst xmlns:a="http://schemas.openxmlformats.org/drawingml/2006/main">
              <a:ext uri="{FF2B5EF4-FFF2-40B4-BE49-F238E27FC236}">
                <a16:creationId xmlns:a16="http://schemas.microsoft.com/office/drawing/2014/main" id="{18E54B7B-FAF3-4FC5-857E-174CDF9A3F98}"/>
              </a:ext>
            </a:extLst>
          </p:cNvPr>
          <p:cNvSpPr>
            <a:spLocks xmlns:a="http://schemas.openxmlformats.org/drawingml/2006/main" noGrp="1"/>
          </p:cNvSpPr>
          <p:nvPr/>
        </p:nvSpPr>
        <p:spPr>
          <a:xfrm xmlns:a="http://schemas.openxmlformats.org/drawingml/2006/main">
            <a:off x="6400800" y="41814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Edge timestamps give velocity at low speed</a:t>
            </a:r>
          </a:p>
        </p:txBody>
      </p:sp>
      <p:sp>
        <p:nvSpPr>
          <p:cNvPr id="37" name="">
            <a:extLst xmlns:a="http://schemas.openxmlformats.org/drawingml/2006/main">
              <a:ext uri="{FF2B5EF4-FFF2-40B4-BE49-F238E27FC236}">
                <a16:creationId xmlns:a16="http://schemas.microsoft.com/office/drawing/2014/main" id="{D6AF6C5C-4F95-4436-846D-E1447D8DB634}"/>
              </a:ext>
            </a:extLst>
          </p:cNvPr>
          <p:cNvSpPr>
            <a:spLocks xmlns:a="http://schemas.openxmlformats.org/drawingml/2006/main" noGrp="1"/>
          </p:cNvSpPr>
          <p:nvPr/>
        </p:nvSpPr>
        <p:spPr>
          <a:xfrm xmlns:a="http://schemas.openxmlformats.org/drawingml/2006/main">
            <a:off x="457200" y="4495800"/>
            <a:ext cx="11277600" cy="4191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189F2CEF-7C32-4BB0-BB91-69C1544AD3BD}"/>
              </a:ext>
            </a:extLst>
          </p:cNvPr>
          <p:cNvSpPr>
            <a:spLocks xmlns:a="http://schemas.openxmlformats.org/drawingml/2006/main" noGrp="1"/>
          </p:cNvSpPr>
          <p:nvPr/>
        </p:nvSpPr>
        <p:spPr>
          <a:xfrm xmlns:a="http://schemas.openxmlformats.org/drawingml/2006/main">
            <a:off x="457200" y="4495800"/>
            <a:ext cx="47625" cy="419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545ED68-6F53-4A7E-BC0B-95A75845E005}"/>
              </a:ext>
            </a:extLst>
          </p:cNvPr>
          <p:cNvSpPr>
            <a:spLocks xmlns:a="http://schemas.openxmlformats.org/drawingml/2006/main" noGrp="1"/>
          </p:cNvSpPr>
          <p:nvPr/>
        </p:nvSpPr>
        <p:spPr>
          <a:xfrm xmlns:a="http://schemas.openxmlformats.org/drawingml/2006/main">
            <a:off x="590550" y="46005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SAR ADC</a:t>
            </a:r>
          </a:p>
        </p:txBody>
      </p:sp>
      <p:sp>
        <p:nvSpPr>
          <p:cNvPr id="40" name="">
            <a:extLst xmlns:a="http://schemas.openxmlformats.org/drawingml/2006/main">
              <a:ext uri="{FF2B5EF4-FFF2-40B4-BE49-F238E27FC236}">
                <a16:creationId xmlns:a16="http://schemas.microsoft.com/office/drawing/2014/main" id="{0032DEC5-4493-4A65-B168-DF8CFF460EAD}"/>
              </a:ext>
            </a:extLst>
          </p:cNvPr>
          <p:cNvSpPr>
            <a:spLocks xmlns:a="http://schemas.openxmlformats.org/drawingml/2006/main" noGrp="1"/>
          </p:cNvSpPr>
          <p:nvPr/>
        </p:nvSpPr>
        <p:spPr>
          <a:xfrm xmlns:a="http://schemas.openxmlformats.org/drawingml/2006/main">
            <a:off x="2590800" y="46005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8-bit differential, ~200 kSa/s</a:t>
            </a:r>
          </a:p>
        </p:txBody>
      </p:sp>
      <p:sp>
        <p:nvSpPr>
          <p:cNvPr id="41" name="">
            <a:extLst xmlns:a="http://schemas.openxmlformats.org/drawingml/2006/main">
              <a:ext uri="{FF2B5EF4-FFF2-40B4-BE49-F238E27FC236}">
                <a16:creationId xmlns:a16="http://schemas.microsoft.com/office/drawing/2014/main" id="{7BB72B1B-2336-4892-90DE-9C18627E38F0}"/>
              </a:ext>
            </a:extLst>
          </p:cNvPr>
          <p:cNvSpPr>
            <a:spLocks xmlns:a="http://schemas.openxmlformats.org/drawingml/2006/main" noGrp="1"/>
          </p:cNvSpPr>
          <p:nvPr/>
        </p:nvSpPr>
        <p:spPr>
          <a:xfrm xmlns:a="http://schemas.openxmlformats.org/drawingml/2006/main">
            <a:off x="6400800" y="46005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Trim taps unrouted: runs untrimmed on this silicon</a:t>
            </a:r>
          </a:p>
        </p:txBody>
      </p:sp>
      <p:sp>
        <p:nvSpPr>
          <p:cNvPr id="42" name="">
            <a:extLst xmlns:a="http://schemas.openxmlformats.org/drawingml/2006/main">
              <a:ext uri="{FF2B5EF4-FFF2-40B4-BE49-F238E27FC236}">
                <a16:creationId xmlns:a16="http://schemas.microsoft.com/office/drawing/2014/main" id="{6A92C80B-EF88-41B3-A0E0-EB6E856F07E0}"/>
              </a:ext>
            </a:extLst>
          </p:cNvPr>
          <p:cNvSpPr>
            <a:spLocks xmlns:a="http://schemas.openxmlformats.org/drawingml/2006/main" noGrp="1"/>
          </p:cNvSpPr>
          <p:nvPr/>
        </p:nvSpPr>
        <p:spPr>
          <a:xfrm xmlns:a="http://schemas.openxmlformats.org/drawingml/2006/main">
            <a:off x="457200" y="4914900"/>
            <a:ext cx="11277600" cy="4191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84CAF3ED-34E2-49A5-869F-AC46FAB2ED4B}"/>
              </a:ext>
            </a:extLst>
          </p:cNvPr>
          <p:cNvSpPr>
            <a:spLocks xmlns:a="http://schemas.openxmlformats.org/drawingml/2006/main" noGrp="1"/>
          </p:cNvSpPr>
          <p:nvPr/>
        </p:nvSpPr>
        <p:spPr>
          <a:xfrm xmlns:a="http://schemas.openxmlformats.org/drawingml/2006/main">
            <a:off x="590550" y="50196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CORDIC</a:t>
            </a:r>
          </a:p>
        </p:txBody>
      </p:sp>
      <p:sp>
        <p:nvSpPr>
          <p:cNvPr id="44" name="">
            <a:extLst xmlns:a="http://schemas.openxmlformats.org/drawingml/2006/main">
              <a:ext uri="{FF2B5EF4-FFF2-40B4-BE49-F238E27FC236}">
                <a16:creationId xmlns:a16="http://schemas.microsoft.com/office/drawing/2014/main" id="{9C9AFA72-7DAD-4690-B107-CA5B3FDB837A}"/>
              </a:ext>
            </a:extLst>
          </p:cNvPr>
          <p:cNvSpPr>
            <a:spLocks xmlns:a="http://schemas.openxmlformats.org/drawingml/2006/main" noGrp="1"/>
          </p:cNvSpPr>
          <p:nvPr/>
        </p:nvSpPr>
        <p:spPr>
          <a:xfrm xmlns:a="http://schemas.openxmlformats.org/drawingml/2006/main">
            <a:off x="2590800" y="50196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sin, cos, atan2, magnitude</a:t>
            </a:r>
          </a:p>
        </p:txBody>
      </p:sp>
      <p:sp>
        <p:nvSpPr>
          <p:cNvPr id="45" name="">
            <a:extLst xmlns:a="http://schemas.openxmlformats.org/drawingml/2006/main">
              <a:ext uri="{FF2B5EF4-FFF2-40B4-BE49-F238E27FC236}">
                <a16:creationId xmlns:a16="http://schemas.microsoft.com/office/drawing/2014/main" id="{4B0407BC-6830-485D-9D6E-4E3EC9D3B943}"/>
              </a:ext>
            </a:extLst>
          </p:cNvPr>
          <p:cNvSpPr>
            <a:spLocks xmlns:a="http://schemas.openxmlformats.org/drawingml/2006/main" noGrp="1"/>
          </p:cNvSpPr>
          <p:nvPr/>
        </p:nvSpPr>
        <p:spPr>
          <a:xfrm xmlns:a="http://schemas.openxmlformats.org/drawingml/2006/main">
            <a:off x="6400800" y="50196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20 iterations, ~53–58 cycles per operation</a:t>
            </a:r>
          </a:p>
        </p:txBody>
      </p:sp>
      <p:sp>
        <p:nvSpPr>
          <p:cNvPr id="46" name="">
            <a:extLst xmlns:a="http://schemas.openxmlformats.org/drawingml/2006/main">
              <a:ext uri="{FF2B5EF4-FFF2-40B4-BE49-F238E27FC236}">
                <a16:creationId xmlns:a16="http://schemas.microsoft.com/office/drawing/2014/main" id="{31FCB9A4-CB02-4FBE-BAEA-B47D9C421B10}"/>
              </a:ext>
            </a:extLst>
          </p:cNvPr>
          <p:cNvSpPr>
            <a:spLocks xmlns:a="http://schemas.openxmlformats.org/drawingml/2006/main" noGrp="1"/>
          </p:cNvSpPr>
          <p:nvPr/>
        </p:nvSpPr>
        <p:spPr>
          <a:xfrm xmlns:a="http://schemas.openxmlformats.org/drawingml/2006/main">
            <a:off x="457200" y="5334000"/>
            <a:ext cx="112776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2F538160-1226-4AB6-8ECE-977B0B09ADAB}"/>
              </a:ext>
            </a:extLst>
          </p:cNvPr>
          <p:cNvSpPr>
            <a:spLocks xmlns:a="http://schemas.openxmlformats.org/drawingml/2006/main" noGrp="1"/>
          </p:cNvSpPr>
          <p:nvPr/>
        </p:nvSpPr>
        <p:spPr>
          <a:xfrm xmlns:a="http://schemas.openxmlformats.org/drawingml/2006/main">
            <a:off x="590550" y="5438775"/>
            <a:ext cx="1790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DMA</a:t>
            </a:r>
          </a:p>
        </p:txBody>
      </p:sp>
      <p:sp>
        <p:nvSpPr>
          <p:cNvPr id="48" name="">
            <a:extLst xmlns:a="http://schemas.openxmlformats.org/drawingml/2006/main">
              <a:ext uri="{FF2B5EF4-FFF2-40B4-BE49-F238E27FC236}">
                <a16:creationId xmlns:a16="http://schemas.microsoft.com/office/drawing/2014/main" id="{916495A7-FDB0-4F06-8650-6FC006E741CF}"/>
              </a:ext>
            </a:extLst>
          </p:cNvPr>
          <p:cNvSpPr>
            <a:spLocks xmlns:a="http://schemas.openxmlformats.org/drawingml/2006/main" noGrp="1"/>
          </p:cNvSpPr>
          <p:nvPr/>
        </p:nvSpPr>
        <p:spPr>
          <a:xfrm xmlns:a="http://schemas.openxmlformats.org/drawingml/2006/main">
            <a:off x="2590800" y="5438775"/>
            <a:ext cx="36004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~7.1 cycles per word moved</a:t>
            </a:r>
          </a:p>
        </p:txBody>
      </p:sp>
      <p:sp>
        <p:nvSpPr>
          <p:cNvPr id="49" name="">
            <a:extLst xmlns:a="http://schemas.openxmlformats.org/drawingml/2006/main">
              <a:ext uri="{FF2B5EF4-FFF2-40B4-BE49-F238E27FC236}">
                <a16:creationId xmlns:a16="http://schemas.microsoft.com/office/drawing/2014/main" id="{5D1D552C-96F8-49CC-AF50-3EDBFBA0747A}"/>
              </a:ext>
            </a:extLst>
          </p:cNvPr>
          <p:cNvSpPr>
            <a:spLocks xmlns:a="http://schemas.openxmlformats.org/drawingml/2006/main" noGrp="1"/>
          </p:cNvSpPr>
          <p:nvPr/>
        </p:nvSpPr>
        <p:spPr>
          <a:xfrm xmlns:a="http://schemas.openxmlformats.org/drawingml/2006/main">
            <a:off x="6400800" y="5438775"/>
            <a:ext cx="52578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CPU keeps bus priority</a:t>
            </a:r>
          </a:p>
        </p:txBody>
      </p:sp>
      <p:sp>
        <p:nvSpPr>
          <p:cNvPr id="50" name="">
            <a:extLst xmlns:a="http://schemas.openxmlformats.org/drawingml/2006/main">
              <a:ext uri="{FF2B5EF4-FFF2-40B4-BE49-F238E27FC236}">
                <a16:creationId xmlns:a16="http://schemas.microsoft.com/office/drawing/2014/main" id="{35C3937F-0F10-4A73-9080-0E291E7F1544}"/>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§1 and §8 block notes (capabilities only, no register detail).</a:t>
            </a:r>
          </a:p>
        </p:txBody>
      </p:sp>
    </p:spTree>
    <p:extLst>
      <p:ext uri="{BB962C8B-B14F-4D97-AF65-F5344CB8AC3E}">
        <p14:creationId xmlns:p14="http://schemas.microsoft.com/office/powerpoint/2010/main" val="141746670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0D1982A-812B-4FEE-8527-D88CBDA45B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2C4612-61D8-4070-AD2F-4E9158A3CFB4}"/>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11 · PACKAGE AND STATUS</a:t>
            </a:r>
          </a:p>
        </p:txBody>
      </p:sp>
      <p:sp>
        <p:nvSpPr>
          <p:cNvPr id="3" name="">
            <a:extLst xmlns:a="http://schemas.openxmlformats.org/drawingml/2006/main">
              <a:ext uri="{FF2B5EF4-FFF2-40B4-BE49-F238E27FC236}">
                <a16:creationId xmlns:a16="http://schemas.microsoft.com/office/drawing/2014/main" id="{3353BBBA-6F73-4814-BAA8-7F76A6A76A66}"/>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package is final; the pin map is preliminary</a:t>
            </a:r>
          </a:p>
        </p:txBody>
      </p:sp>
      <p:sp>
        <p:nvSpPr>
          <p:cNvPr id="4" name="">
            <a:extLst xmlns:a="http://schemas.openxmlformats.org/drawingml/2006/main">
              <a:ext uri="{FF2B5EF4-FFF2-40B4-BE49-F238E27FC236}">
                <a16:creationId xmlns:a16="http://schemas.microsoft.com/office/drawing/2014/main" id="{248A04C1-4ECB-4922-88F3-13315C8772C3}"/>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What a design can lock now, and what waits for first silicon</a:t>
            </a:r>
          </a:p>
        </p:txBody>
      </p:sp>
      <p:sp>
        <p:nvSpPr>
          <p:cNvPr id="5" name="">
            <a:extLst xmlns:a="http://schemas.openxmlformats.org/drawingml/2006/main">
              <a:ext uri="{FF2B5EF4-FFF2-40B4-BE49-F238E27FC236}">
                <a16:creationId xmlns:a16="http://schemas.microsoft.com/office/drawing/2014/main" id="{AB317F7D-90F2-487A-8732-42B67E0365BD}"/>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4A614A-7AEE-46B9-89E0-205BA9A6D866}"/>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4126CF-4E4F-4BAA-AA66-106A007D0813}"/>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PRELIMINARY DATASHEET  ·  SEPTEMBER 2026  ·  PRE-SILICON</a:t>
            </a:r>
          </a:p>
        </p:txBody>
      </p:sp>
      <p:sp>
        <p:nvSpPr>
          <p:cNvPr id="8" name="">
            <a:extLst xmlns:a="http://schemas.openxmlformats.org/drawingml/2006/main">
              <a:ext uri="{FF2B5EF4-FFF2-40B4-BE49-F238E27FC236}">
                <a16:creationId xmlns:a16="http://schemas.microsoft.com/office/drawing/2014/main" id="{F54396F1-86AE-4500-B0E9-D9FB49D33CCB}"/>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11</a:t>
            </a:r>
          </a:p>
        </p:txBody>
      </p:sp>
      <p:sp>
        <p:nvSpPr>
          <p:cNvPr id="9" name="">
            <a:extLst xmlns:a="http://schemas.openxmlformats.org/drawingml/2006/main">
              <a:ext uri="{FF2B5EF4-FFF2-40B4-BE49-F238E27FC236}">
                <a16:creationId xmlns:a16="http://schemas.microsoft.com/office/drawing/2014/main" id="{DE8E48C5-7ED0-45DB-BBB0-038140AD2EF6}"/>
              </a:ext>
            </a:extLst>
          </p:cNvPr>
          <p:cNvSpPr>
            <a:spLocks xmlns:a="http://schemas.openxmlformats.org/drawingml/2006/main" noGrp="1"/>
          </p:cNvSpPr>
          <p:nvPr/>
        </p:nvSpPr>
        <p:spPr>
          <a:xfrm xmlns:a="http://schemas.openxmlformats.org/drawingml/2006/main">
            <a:off x="457200" y="1638300"/>
            <a:ext cx="26860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B72A195C-627D-44F5-8322-CF89955C1382}"/>
              </a:ext>
            </a:extLst>
          </p:cNvPr>
          <p:cNvSpPr>
            <a:spLocks xmlns:a="http://schemas.openxmlformats.org/drawingml/2006/main" noGrp="1"/>
          </p:cNvSpPr>
          <p:nvPr/>
        </p:nvSpPr>
        <p:spPr>
          <a:xfrm xmlns:a="http://schemas.openxmlformats.org/drawingml/2006/main">
            <a:off x="571500" y="1790700"/>
            <a:ext cx="24574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9 × 9 mm</a:t>
            </a:r>
          </a:p>
        </p:txBody>
      </p:sp>
      <p:sp>
        <p:nvSpPr>
          <p:cNvPr id="11" name="">
            <a:extLst xmlns:a="http://schemas.openxmlformats.org/drawingml/2006/main">
              <a:ext uri="{FF2B5EF4-FFF2-40B4-BE49-F238E27FC236}">
                <a16:creationId xmlns:a16="http://schemas.microsoft.com/office/drawing/2014/main" id="{48357FA1-2A79-4208-84A2-2C993F3ECA30}"/>
              </a:ext>
            </a:extLst>
          </p:cNvPr>
          <p:cNvSpPr>
            <a:spLocks xmlns:a="http://schemas.openxmlformats.org/drawingml/2006/main" noGrp="1"/>
          </p:cNvSpPr>
          <p:nvPr/>
        </p:nvSpPr>
        <p:spPr>
          <a:xfrm xmlns:a="http://schemas.openxmlformats.org/drawingml/2006/main">
            <a:off x="571500" y="2276475"/>
            <a:ext cx="2457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QFN-64 BODY</a:t>
            </a:r>
          </a:p>
        </p:txBody>
      </p:sp>
      <p:sp>
        <p:nvSpPr>
          <p:cNvPr id="12" name="">
            <a:extLst xmlns:a="http://schemas.openxmlformats.org/drawingml/2006/main">
              <a:ext uri="{FF2B5EF4-FFF2-40B4-BE49-F238E27FC236}">
                <a16:creationId xmlns:a16="http://schemas.microsoft.com/office/drawing/2014/main" id="{FF4FA861-1E42-42D7-BD22-E39350814910}"/>
              </a:ext>
            </a:extLst>
          </p:cNvPr>
          <p:cNvSpPr>
            <a:spLocks xmlns:a="http://schemas.openxmlformats.org/drawingml/2006/main" noGrp="1"/>
          </p:cNvSpPr>
          <p:nvPr/>
        </p:nvSpPr>
        <p:spPr>
          <a:xfrm xmlns:a="http://schemas.openxmlformats.org/drawingml/2006/main">
            <a:off x="590550" y="2524125"/>
            <a:ext cx="24193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64 pins</a:t>
            </a:r>
          </a:p>
        </p:txBody>
      </p:sp>
      <p:sp>
        <p:nvSpPr>
          <p:cNvPr id="13" name="">
            <a:extLst xmlns:a="http://schemas.openxmlformats.org/drawingml/2006/main">
              <a:ext uri="{FF2B5EF4-FFF2-40B4-BE49-F238E27FC236}">
                <a16:creationId xmlns:a16="http://schemas.microsoft.com/office/drawing/2014/main" id="{15C3FA79-5BE6-4979-92C1-7C33EBD51F28}"/>
              </a:ext>
            </a:extLst>
          </p:cNvPr>
          <p:cNvSpPr>
            <a:spLocks xmlns:a="http://schemas.openxmlformats.org/drawingml/2006/main" noGrp="1"/>
          </p:cNvSpPr>
          <p:nvPr/>
        </p:nvSpPr>
        <p:spPr>
          <a:xfrm xmlns:a="http://schemas.openxmlformats.org/drawingml/2006/main">
            <a:off x="3371850" y="1638300"/>
            <a:ext cx="26860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49F64BA7-DC99-4E5C-9D3A-0BFD4FFFD769}"/>
              </a:ext>
            </a:extLst>
          </p:cNvPr>
          <p:cNvSpPr>
            <a:spLocks xmlns:a="http://schemas.openxmlformats.org/drawingml/2006/main" noGrp="1"/>
          </p:cNvSpPr>
          <p:nvPr/>
        </p:nvSpPr>
        <p:spPr>
          <a:xfrm xmlns:a="http://schemas.openxmlformats.org/drawingml/2006/main">
            <a:off x="3486150" y="1790700"/>
            <a:ext cx="24574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0.5 mm</a:t>
            </a:r>
          </a:p>
        </p:txBody>
      </p:sp>
      <p:sp>
        <p:nvSpPr>
          <p:cNvPr id="15" name="">
            <a:extLst xmlns:a="http://schemas.openxmlformats.org/drawingml/2006/main">
              <a:ext uri="{FF2B5EF4-FFF2-40B4-BE49-F238E27FC236}">
                <a16:creationId xmlns:a16="http://schemas.microsoft.com/office/drawing/2014/main" id="{19BADC86-A2EC-47C7-A4AD-3338E9FBE9BF}"/>
              </a:ext>
            </a:extLst>
          </p:cNvPr>
          <p:cNvSpPr>
            <a:spLocks xmlns:a="http://schemas.openxmlformats.org/drawingml/2006/main" noGrp="1"/>
          </p:cNvSpPr>
          <p:nvPr/>
        </p:nvSpPr>
        <p:spPr>
          <a:xfrm xmlns:a="http://schemas.openxmlformats.org/drawingml/2006/main">
            <a:off x="3486150" y="2276475"/>
            <a:ext cx="2457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PITCH</a:t>
            </a:r>
          </a:p>
        </p:txBody>
      </p:sp>
      <p:sp>
        <p:nvSpPr>
          <p:cNvPr id="16" name="">
            <a:extLst xmlns:a="http://schemas.openxmlformats.org/drawingml/2006/main">
              <a:ext uri="{FF2B5EF4-FFF2-40B4-BE49-F238E27FC236}">
                <a16:creationId xmlns:a16="http://schemas.microsoft.com/office/drawing/2014/main" id="{D0B6F4D2-FB32-4ADF-BFD7-F81A2F415E04}"/>
              </a:ext>
            </a:extLst>
          </p:cNvPr>
          <p:cNvSpPr>
            <a:spLocks xmlns:a="http://schemas.openxmlformats.org/drawingml/2006/main" noGrp="1"/>
          </p:cNvSpPr>
          <p:nvPr/>
        </p:nvSpPr>
        <p:spPr>
          <a:xfrm xmlns:a="http://schemas.openxmlformats.org/drawingml/2006/main">
            <a:off x="3505200" y="2524125"/>
            <a:ext cx="24193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Standard QFN lead pitch</a:t>
            </a:r>
          </a:p>
        </p:txBody>
      </p:sp>
      <p:sp>
        <p:nvSpPr>
          <p:cNvPr id="17" name="">
            <a:extLst xmlns:a="http://schemas.openxmlformats.org/drawingml/2006/main">
              <a:ext uri="{FF2B5EF4-FFF2-40B4-BE49-F238E27FC236}">
                <a16:creationId xmlns:a16="http://schemas.microsoft.com/office/drawing/2014/main" id="{0C4A230C-3DAC-4EE9-BB27-AC3C806F283B}"/>
              </a:ext>
            </a:extLst>
          </p:cNvPr>
          <p:cNvSpPr>
            <a:spLocks xmlns:a="http://schemas.openxmlformats.org/drawingml/2006/main" noGrp="1"/>
          </p:cNvSpPr>
          <p:nvPr/>
        </p:nvSpPr>
        <p:spPr>
          <a:xfrm xmlns:a="http://schemas.openxmlformats.org/drawingml/2006/main">
            <a:off x="457200" y="3352800"/>
            <a:ext cx="26860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4D860C2F-C659-48BD-9232-36A0AA37BFE9}"/>
              </a:ext>
            </a:extLst>
          </p:cNvPr>
          <p:cNvSpPr>
            <a:spLocks xmlns:a="http://schemas.openxmlformats.org/drawingml/2006/main" noGrp="1"/>
          </p:cNvSpPr>
          <p:nvPr/>
        </p:nvSpPr>
        <p:spPr>
          <a:xfrm xmlns:a="http://schemas.openxmlformats.org/drawingml/2006/main">
            <a:off x="571500" y="3505200"/>
            <a:ext cx="24574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Ground</a:t>
            </a:r>
          </a:p>
        </p:txBody>
      </p:sp>
      <p:sp>
        <p:nvSpPr>
          <p:cNvPr id="19" name="">
            <a:extLst xmlns:a="http://schemas.openxmlformats.org/drawingml/2006/main">
              <a:ext uri="{FF2B5EF4-FFF2-40B4-BE49-F238E27FC236}">
                <a16:creationId xmlns:a16="http://schemas.microsoft.com/office/drawing/2014/main" id="{7CBDDDBD-EFFC-4AC3-85F7-7966D14A05C0}"/>
              </a:ext>
            </a:extLst>
          </p:cNvPr>
          <p:cNvSpPr>
            <a:spLocks xmlns:a="http://schemas.openxmlformats.org/drawingml/2006/main" noGrp="1"/>
          </p:cNvSpPr>
          <p:nvPr/>
        </p:nvSpPr>
        <p:spPr>
          <a:xfrm xmlns:a="http://schemas.openxmlformats.org/drawingml/2006/main">
            <a:off x="571500" y="3990975"/>
            <a:ext cx="2457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EXPOSED PADDLE</a:t>
            </a:r>
          </a:p>
        </p:txBody>
      </p:sp>
      <p:sp>
        <p:nvSpPr>
          <p:cNvPr id="20" name="">
            <a:extLst xmlns:a="http://schemas.openxmlformats.org/drawingml/2006/main">
              <a:ext uri="{FF2B5EF4-FFF2-40B4-BE49-F238E27FC236}">
                <a16:creationId xmlns:a16="http://schemas.microsoft.com/office/drawing/2014/main" id="{1460A2C2-E76C-4AEA-A0E0-280427FB68EB}"/>
              </a:ext>
            </a:extLst>
          </p:cNvPr>
          <p:cNvSpPr>
            <a:spLocks xmlns:a="http://schemas.openxmlformats.org/drawingml/2006/main" noGrp="1"/>
          </p:cNvSpPr>
          <p:nvPr/>
        </p:nvSpPr>
        <p:spPr>
          <a:xfrm xmlns:a="http://schemas.openxmlformats.org/drawingml/2006/main">
            <a:off x="590550" y="4238625"/>
            <a:ext cx="24193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Solder to the ground plane</a:t>
            </a:r>
          </a:p>
        </p:txBody>
      </p:sp>
      <p:sp>
        <p:nvSpPr>
          <p:cNvPr id="21" name="">
            <a:extLst xmlns:a="http://schemas.openxmlformats.org/drawingml/2006/main">
              <a:ext uri="{FF2B5EF4-FFF2-40B4-BE49-F238E27FC236}">
                <a16:creationId xmlns:a16="http://schemas.microsoft.com/office/drawing/2014/main" id="{9A2144FF-D0F7-40F4-8C37-82229AB040A3}"/>
              </a:ext>
            </a:extLst>
          </p:cNvPr>
          <p:cNvSpPr>
            <a:spLocks xmlns:a="http://schemas.openxmlformats.org/drawingml/2006/main" noGrp="1"/>
          </p:cNvSpPr>
          <p:nvPr/>
        </p:nvSpPr>
        <p:spPr>
          <a:xfrm xmlns:a="http://schemas.openxmlformats.org/drawingml/2006/main">
            <a:off x="3371850" y="3352800"/>
            <a:ext cx="26860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094C1B54-485D-451D-AB8A-177C2A666D37}"/>
              </a:ext>
            </a:extLst>
          </p:cNvPr>
          <p:cNvSpPr>
            <a:spLocks xmlns:a="http://schemas.openxmlformats.org/drawingml/2006/main" noGrp="1"/>
          </p:cNvSpPr>
          <p:nvPr/>
        </p:nvSpPr>
        <p:spPr>
          <a:xfrm xmlns:a="http://schemas.openxmlformats.org/drawingml/2006/main">
            <a:off x="3486150" y="3505200"/>
            <a:ext cx="245745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Pin 1</a:t>
            </a:r>
          </a:p>
        </p:txBody>
      </p:sp>
      <p:sp>
        <p:nvSpPr>
          <p:cNvPr id="23" name="">
            <a:extLst xmlns:a="http://schemas.openxmlformats.org/drawingml/2006/main">
              <a:ext uri="{FF2B5EF4-FFF2-40B4-BE49-F238E27FC236}">
                <a16:creationId xmlns:a16="http://schemas.microsoft.com/office/drawing/2014/main" id="{AEADB845-FF77-42CC-81BD-4E1AF06B1CC5}"/>
              </a:ext>
            </a:extLst>
          </p:cNvPr>
          <p:cNvSpPr>
            <a:spLocks xmlns:a="http://schemas.openxmlformats.org/drawingml/2006/main" noGrp="1"/>
          </p:cNvSpPr>
          <p:nvPr/>
        </p:nvSpPr>
        <p:spPr>
          <a:xfrm xmlns:a="http://schemas.openxmlformats.org/drawingml/2006/main">
            <a:off x="3486150" y="3990975"/>
            <a:ext cx="2457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UPPER LEFT</a:t>
            </a:r>
          </a:p>
        </p:txBody>
      </p:sp>
      <p:sp>
        <p:nvSpPr>
          <p:cNvPr id="24" name="">
            <a:extLst xmlns:a="http://schemas.openxmlformats.org/drawingml/2006/main">
              <a:ext uri="{FF2B5EF4-FFF2-40B4-BE49-F238E27FC236}">
                <a16:creationId xmlns:a16="http://schemas.microsoft.com/office/drawing/2014/main" id="{6CA7F3F1-9589-40F2-9D31-513D82E8C63F}"/>
              </a:ext>
            </a:extLst>
          </p:cNvPr>
          <p:cNvSpPr>
            <a:spLocks xmlns:a="http://schemas.openxmlformats.org/drawingml/2006/main" noGrp="1"/>
          </p:cNvSpPr>
          <p:nvPr/>
        </p:nvSpPr>
        <p:spPr>
          <a:xfrm xmlns:a="http://schemas.openxmlformats.org/drawingml/2006/main">
            <a:off x="3505200" y="4238625"/>
            <a:ext cx="2419350" cy="5810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Numbered counter-clockwise</a:t>
            </a:r>
          </a:p>
        </p:txBody>
      </p:sp>
      <p:sp>
        <p:nvSpPr>
          <p:cNvPr id="25" name="">
            <a:extLst xmlns:a="http://schemas.openxmlformats.org/drawingml/2006/main">
              <a:ext uri="{FF2B5EF4-FFF2-40B4-BE49-F238E27FC236}">
                <a16:creationId xmlns:a16="http://schemas.microsoft.com/office/drawing/2014/main" id="{8A4E77CF-A69B-4310-890C-A13B468A37D1}"/>
              </a:ext>
            </a:extLst>
          </p:cNvPr>
          <p:cNvSpPr>
            <a:spLocks xmlns:a="http://schemas.openxmlformats.org/drawingml/2006/main" noGrp="1"/>
          </p:cNvSpPr>
          <p:nvPr/>
        </p:nvSpPr>
        <p:spPr>
          <a:xfrm xmlns:a="http://schemas.openxmlformats.org/drawingml/2006/main">
            <a:off x="6343650" y="1638300"/>
            <a:ext cx="53911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5073E33C-B98C-4BF1-A833-A1FE84292DD1}"/>
              </a:ext>
            </a:extLst>
          </p:cNvPr>
          <p:cNvSpPr>
            <a:spLocks xmlns:a="http://schemas.openxmlformats.org/drawingml/2006/main" noGrp="1"/>
          </p:cNvSpPr>
          <p:nvPr/>
        </p:nvSpPr>
        <p:spPr>
          <a:xfrm xmlns:a="http://schemas.openxmlformats.org/drawingml/2006/main">
            <a:off x="6343650" y="1638300"/>
            <a:ext cx="57150" cy="10096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075179F-FD65-4485-B444-9E98F8D71B78}"/>
              </a:ext>
            </a:extLst>
          </p:cNvPr>
          <p:cNvSpPr>
            <a:spLocks xmlns:a="http://schemas.openxmlformats.org/drawingml/2006/main" noGrp="1"/>
          </p:cNvSpPr>
          <p:nvPr/>
        </p:nvSpPr>
        <p:spPr>
          <a:xfrm xmlns:a="http://schemas.openxmlformats.org/drawingml/2006/main">
            <a:off x="6572250" y="1828800"/>
            <a:ext cx="4972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Preliminary: pin map</a:t>
            </a:r>
          </a:p>
        </p:txBody>
      </p:sp>
      <p:sp>
        <p:nvSpPr>
          <p:cNvPr id="28" name="">
            <a:extLst xmlns:a="http://schemas.openxmlformats.org/drawingml/2006/main">
              <a:ext uri="{FF2B5EF4-FFF2-40B4-BE49-F238E27FC236}">
                <a16:creationId xmlns:a16="http://schemas.microsoft.com/office/drawing/2014/main" id="{BE668760-3E28-43FA-9D5A-2AA21A44375F}"/>
              </a:ext>
            </a:extLst>
          </p:cNvPr>
          <p:cNvSpPr>
            <a:spLocks xmlns:a="http://schemas.openxmlformats.org/drawingml/2006/main" noGrp="1"/>
          </p:cNvSpPr>
          <p:nvPr/>
        </p:nvSpPr>
        <p:spPr>
          <a:xfrm xmlns:a="http://schemas.openxmlformats.org/drawingml/2006/main">
            <a:off x="6572250" y="2190750"/>
            <a:ext cx="49339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Awaiting the foundry’s bond-diagram confirmation.</a:t>
            </a:r>
          </a:p>
        </p:txBody>
      </p:sp>
      <p:sp>
        <p:nvSpPr>
          <p:cNvPr id="29" name="">
            <a:extLst xmlns:a="http://schemas.openxmlformats.org/drawingml/2006/main">
              <a:ext uri="{FF2B5EF4-FFF2-40B4-BE49-F238E27FC236}">
                <a16:creationId xmlns:a16="http://schemas.microsoft.com/office/drawing/2014/main" id="{809140D5-FCBF-4F48-A0A0-4997B4E6D2A4}"/>
              </a:ext>
            </a:extLst>
          </p:cNvPr>
          <p:cNvSpPr>
            <a:spLocks xmlns:a="http://schemas.openxmlformats.org/drawingml/2006/main" noGrp="1"/>
          </p:cNvSpPr>
          <p:nvPr/>
        </p:nvSpPr>
        <p:spPr>
          <a:xfrm xmlns:a="http://schemas.openxmlformats.org/drawingml/2006/main">
            <a:off x="6343650" y="2781300"/>
            <a:ext cx="53911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E1707354-8DC8-408E-BF44-C2B89116ADDF}"/>
              </a:ext>
            </a:extLst>
          </p:cNvPr>
          <p:cNvSpPr>
            <a:spLocks xmlns:a="http://schemas.openxmlformats.org/drawingml/2006/main" noGrp="1"/>
          </p:cNvSpPr>
          <p:nvPr/>
        </p:nvSpPr>
        <p:spPr>
          <a:xfrm xmlns:a="http://schemas.openxmlformats.org/drawingml/2006/main">
            <a:off x="6343650" y="278130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E0AA3D3-8AD9-4245-A400-AA9AFDE3D749}"/>
              </a:ext>
            </a:extLst>
          </p:cNvPr>
          <p:cNvSpPr>
            <a:spLocks xmlns:a="http://schemas.openxmlformats.org/drawingml/2006/main" noGrp="1"/>
          </p:cNvSpPr>
          <p:nvPr/>
        </p:nvSpPr>
        <p:spPr>
          <a:xfrm xmlns:a="http://schemas.openxmlformats.org/drawingml/2006/main">
            <a:off x="6572250" y="2971800"/>
            <a:ext cx="4972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Preliminary: electrical limits</a:t>
            </a:r>
          </a:p>
        </p:txBody>
      </p:sp>
      <p:sp>
        <p:nvSpPr>
          <p:cNvPr id="32" name="">
            <a:extLst xmlns:a="http://schemas.openxmlformats.org/drawingml/2006/main">
              <a:ext uri="{FF2B5EF4-FFF2-40B4-BE49-F238E27FC236}">
                <a16:creationId xmlns:a16="http://schemas.microsoft.com/office/drawing/2014/main" id="{A3D917CC-FC90-40DE-9429-CC8E6A78F40B}"/>
              </a:ext>
            </a:extLst>
          </p:cNvPr>
          <p:cNvSpPr>
            <a:spLocks xmlns:a="http://schemas.openxmlformats.org/drawingml/2006/main" noGrp="1"/>
          </p:cNvSpPr>
          <p:nvPr/>
        </p:nvSpPr>
        <p:spPr>
          <a:xfrm xmlns:a="http://schemas.openxmlformats.org/drawingml/2006/main">
            <a:off x="6572250" y="3333750"/>
            <a:ext cx="49339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Process nominals until first-silicon characterisation.</a:t>
            </a:r>
          </a:p>
        </p:txBody>
      </p:sp>
      <p:sp>
        <p:nvSpPr>
          <p:cNvPr id="33" name="">
            <a:extLst xmlns:a="http://schemas.openxmlformats.org/drawingml/2006/main">
              <a:ext uri="{FF2B5EF4-FFF2-40B4-BE49-F238E27FC236}">
                <a16:creationId xmlns:a16="http://schemas.microsoft.com/office/drawing/2014/main" id="{77180551-5F14-4EAC-B6A1-22079C429E62}"/>
              </a:ext>
            </a:extLst>
          </p:cNvPr>
          <p:cNvSpPr>
            <a:spLocks xmlns:a="http://schemas.openxmlformats.org/drawingml/2006/main" noGrp="1"/>
          </p:cNvSpPr>
          <p:nvPr/>
        </p:nvSpPr>
        <p:spPr>
          <a:xfrm xmlns:a="http://schemas.openxmlformats.org/drawingml/2006/main">
            <a:off x="6343650" y="4162425"/>
            <a:ext cx="539115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33571EC0-3685-4BC7-B437-09AB4BA160DF}"/>
              </a:ext>
            </a:extLst>
          </p:cNvPr>
          <p:cNvSpPr>
            <a:spLocks xmlns:a="http://schemas.openxmlformats.org/drawingml/2006/main" noGrp="1"/>
          </p:cNvSpPr>
          <p:nvPr/>
        </p:nvSpPr>
        <p:spPr>
          <a:xfrm xmlns:a="http://schemas.openxmlformats.org/drawingml/2006/main">
            <a:off x="6343650" y="4162425"/>
            <a:ext cx="57150" cy="10096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A1AC00C-2BEE-404E-AF87-1A047949563B}"/>
              </a:ext>
            </a:extLst>
          </p:cNvPr>
          <p:cNvSpPr>
            <a:spLocks xmlns:a="http://schemas.openxmlformats.org/drawingml/2006/main" noGrp="1"/>
          </p:cNvSpPr>
          <p:nvPr/>
        </p:nvSpPr>
        <p:spPr>
          <a:xfrm xmlns:a="http://schemas.openxmlformats.org/drawingml/2006/main">
            <a:off x="6572250" y="4352925"/>
            <a:ext cx="49720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Frozen: the control core</a:t>
            </a:r>
          </a:p>
        </p:txBody>
      </p:sp>
      <p:sp>
        <p:nvSpPr>
          <p:cNvPr id="36" name="">
            <a:extLst xmlns:a="http://schemas.openxmlformats.org/drawingml/2006/main">
              <a:ext uri="{FF2B5EF4-FFF2-40B4-BE49-F238E27FC236}">
                <a16:creationId xmlns:a16="http://schemas.microsoft.com/office/drawing/2014/main" id="{7BB884C9-B825-4A7E-AB04-53E00671AAD8}"/>
              </a:ext>
            </a:extLst>
          </p:cNvPr>
          <p:cNvSpPr>
            <a:spLocks xmlns:a="http://schemas.openxmlformats.org/drawingml/2006/main" noGrp="1"/>
          </p:cNvSpPr>
          <p:nvPr/>
        </p:nvSpPr>
        <p:spPr>
          <a:xfrm xmlns:a="http://schemas.openxmlformats.org/drawingml/2006/main">
            <a:off x="6572250" y="4714875"/>
            <a:ext cx="49339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Closed for feature work until silicon test.</a:t>
            </a:r>
          </a:p>
        </p:txBody>
      </p:sp>
      <p:sp>
        <p:nvSpPr>
          <p:cNvPr id="37" name="">
            <a:extLst xmlns:a="http://schemas.openxmlformats.org/drawingml/2006/main">
              <a:ext uri="{FF2B5EF4-FFF2-40B4-BE49-F238E27FC236}">
                <a16:creationId xmlns:a16="http://schemas.microsoft.com/office/drawing/2014/main" id="{5A886208-1D8A-4E1F-8116-1BEAEF58D769}"/>
              </a:ext>
            </a:extLst>
          </p:cNvPr>
          <p:cNvSpPr>
            <a:spLocks xmlns:a="http://schemas.openxmlformats.org/drawingml/2006/main" noGrp="1"/>
          </p:cNvSpPr>
          <p:nvPr/>
        </p:nvSpPr>
        <p:spPr>
          <a:xfrm xmlns:a="http://schemas.openxmlformats.org/drawingml/2006/main">
            <a:off x="457200" y="5219700"/>
            <a:ext cx="11277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130 nm CMOS  ·  QFN-64  ·  first silicon on the September 2026 multi-project shuttle</a:t>
            </a:r>
          </a:p>
        </p:txBody>
      </p:sp>
      <p:sp>
        <p:nvSpPr>
          <p:cNvPr id="38" name="">
            <a:extLst xmlns:a="http://schemas.openxmlformats.org/drawingml/2006/main">
              <a:ext uri="{FF2B5EF4-FFF2-40B4-BE49-F238E27FC236}">
                <a16:creationId xmlns:a16="http://schemas.microsoft.com/office/drawing/2014/main" id="{632826E7-8F18-4AF0-A9A8-E8D94DCFB036}"/>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preliminary datasheet §10 package and header notes.</a:t>
            </a:r>
          </a:p>
        </p:txBody>
      </p:sp>
    </p:spTree>
    <p:extLst>
      <p:ext uri="{BB962C8B-B14F-4D97-AF65-F5344CB8AC3E}">
        <p14:creationId xmlns:p14="http://schemas.microsoft.com/office/powerpoint/2010/main" val="87140634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7445356-2A77-4E00-9775-1D70B6CD91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0A3923-CAB1-4BED-9C0F-0D70CE15A067}"/>
              </a:ext>
            </a:extLst>
          </p:cNvPr>
          <p:cNvSpPr>
            <a:spLocks xmlns:a="http://schemas.openxmlformats.org/drawingml/2006/main" noGrp="1"/>
          </p:cNvSpPr>
          <p:nvPr/>
        </p:nvSpPr>
        <p:spPr>
          <a:xfrm xmlns:a="http://schemas.openxmlformats.org/drawingml/2006/main">
            <a:off x="0" y="0"/>
            <a:ext cx="48768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994D2CD-A823-4F9C-8611-4D67A377E835}"/>
              </a:ext>
            </a:extLst>
          </p:cNvPr>
          <p:cNvSpPr>
            <a:spLocks xmlns:a="http://schemas.openxmlformats.org/drawingml/2006/main" noGrp="1"/>
          </p:cNvSpPr>
          <p:nvPr/>
        </p:nvSpPr>
        <p:spPr>
          <a:xfrm xmlns:a="http://schemas.openxmlformats.org/drawingml/2006/main">
            <a:off x="457200" y="609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12 · CLOSE</a:t>
            </a:r>
          </a:p>
        </p:txBody>
      </p:sp>
      <p:sp>
        <p:nvSpPr>
          <p:cNvPr id="4" name="">
            <a:extLst xmlns:a="http://schemas.openxmlformats.org/drawingml/2006/main">
              <a:ext uri="{FF2B5EF4-FFF2-40B4-BE49-F238E27FC236}">
                <a16:creationId xmlns:a16="http://schemas.microsoft.com/office/drawing/2014/main" id="{4EB3BC3E-C1CD-431E-BD99-BFBA149869FA}"/>
              </a:ext>
            </a:extLst>
          </p:cNvPr>
          <p:cNvSpPr>
            <a:spLocks xmlns:a="http://schemas.openxmlformats.org/drawingml/2006/main" noGrp="1"/>
          </p:cNvSpPr>
          <p:nvPr/>
        </p:nvSpPr>
        <p:spPr>
          <a:xfrm xmlns:a="http://schemas.openxmlformats.org/drawingml/2006/main">
            <a:off x="457200" y="990600"/>
            <a:ext cx="40005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FFFFFF"/>
                </a:solidFill>
                <a:latin typeface="Georgia"/>
                <a:ea typeface="Georgia"/>
                <a:cs typeface="Georgia"/>
              </a:defRPr>
            </a:pPr>
            <a:r>
              <a:t>Fixed now. Measured at first silicon.</a:t>
            </a:r>
          </a:p>
        </p:txBody>
      </p:sp>
      <p:sp>
        <p:nvSpPr>
          <p:cNvPr id="5" name="">
            <a:extLst xmlns:a="http://schemas.openxmlformats.org/drawingml/2006/main">
              <a:ext uri="{FF2B5EF4-FFF2-40B4-BE49-F238E27FC236}">
                <a16:creationId xmlns:a16="http://schemas.microsoft.com/office/drawing/2014/main" id="{9ADFF1BF-42CD-47FA-82D5-85470E209AA0}"/>
              </a:ext>
            </a:extLst>
          </p:cNvPr>
          <p:cNvSpPr>
            <a:spLocks xmlns:a="http://schemas.openxmlformats.org/drawingml/2006/main" noGrp="1"/>
          </p:cNvSpPr>
          <p:nvPr/>
        </p:nvSpPr>
        <p:spPr>
          <a:xfrm xmlns:a="http://schemas.openxmlformats.org/drawingml/2006/main">
            <a:off x="457200" y="302895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FE74933-38D2-4117-BAF7-826B1AA2864B}"/>
              </a:ext>
            </a:extLst>
          </p:cNvPr>
          <p:cNvSpPr>
            <a:spLocks xmlns:a="http://schemas.openxmlformats.org/drawingml/2006/main" noGrp="1"/>
          </p:cNvSpPr>
          <p:nvPr/>
        </p:nvSpPr>
        <p:spPr>
          <a:xfrm xmlns:a="http://schemas.openxmlformats.org/drawingml/2006/main">
            <a:off x="457200" y="32766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Register maps, the memory map and board-level rules live in the engineering datasheet, not in this overview.</a:t>
            </a:r>
          </a:p>
        </p:txBody>
      </p:sp>
      <p:sp>
        <p:nvSpPr>
          <p:cNvPr id="7" name="">
            <a:extLst xmlns:a="http://schemas.openxmlformats.org/drawingml/2006/main">
              <a:ext uri="{FF2B5EF4-FFF2-40B4-BE49-F238E27FC236}">
                <a16:creationId xmlns:a16="http://schemas.microsoft.com/office/drawing/2014/main" id="{48BB23ED-8A7B-43A1-B461-1C79EE5097A0}"/>
              </a:ext>
            </a:extLst>
          </p:cNvPr>
          <p:cNvSpPr>
            <a:spLocks xmlns:a="http://schemas.openxmlformats.org/drawingml/2006/main" noGrp="1"/>
          </p:cNvSpPr>
          <p:nvPr/>
        </p:nvSpPr>
        <p:spPr>
          <a:xfrm xmlns:a="http://schemas.openxmlformats.org/drawingml/2006/main">
            <a:off x="5334000" y="609600"/>
            <a:ext cx="6400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THREE THINGS TO REMEMBER</a:t>
            </a:r>
          </a:p>
        </p:txBody>
      </p:sp>
      <p:sp>
        <p:nvSpPr>
          <p:cNvPr id="8" name="">
            <a:extLst xmlns:a="http://schemas.openxmlformats.org/drawingml/2006/main">
              <a:ext uri="{FF2B5EF4-FFF2-40B4-BE49-F238E27FC236}">
                <a16:creationId xmlns:a16="http://schemas.microsoft.com/office/drawing/2014/main" id="{57A5DE74-8063-4E48-930B-DBF3EE34F001}"/>
              </a:ext>
            </a:extLst>
          </p:cNvPr>
          <p:cNvSpPr>
            <a:spLocks xmlns:a="http://schemas.openxmlformats.org/drawingml/2006/main" noGrp="1"/>
          </p:cNvSpPr>
          <p:nvPr/>
        </p:nvSpPr>
        <p:spPr>
          <a:xfrm xmlns:a="http://schemas.openxmlformats.org/drawingml/2006/main">
            <a:off x="5334000" y="102870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2AFEB26F-792E-403F-8661-1D59BBE52627}"/>
              </a:ext>
            </a:extLst>
          </p:cNvPr>
          <p:cNvSpPr>
            <a:spLocks xmlns:a="http://schemas.openxmlformats.org/drawingml/2006/main" noGrp="1"/>
          </p:cNvSpPr>
          <p:nvPr/>
        </p:nvSpPr>
        <p:spPr>
          <a:xfrm xmlns:a="http://schemas.openxmlformats.org/drawingml/2006/main">
            <a:off x="5334000" y="10287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8FE69D4-0143-48CC-8EAF-9ACD437BA097}"/>
              </a:ext>
            </a:extLst>
          </p:cNvPr>
          <p:cNvSpPr>
            <a:spLocks xmlns:a="http://schemas.openxmlformats.org/drawingml/2006/main" noGrp="1"/>
          </p:cNvSpPr>
          <p:nvPr/>
        </p:nvSpPr>
        <p:spPr>
          <a:xfrm xmlns:a="http://schemas.openxmlformats.org/drawingml/2006/main">
            <a:off x="5562600" y="121920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 · Fixed: package and pins</a:t>
            </a:r>
          </a:p>
        </p:txBody>
      </p:sp>
      <p:sp>
        <p:nvSpPr>
          <p:cNvPr id="11" name="">
            <a:extLst xmlns:a="http://schemas.openxmlformats.org/drawingml/2006/main">
              <a:ext uri="{FF2B5EF4-FFF2-40B4-BE49-F238E27FC236}">
                <a16:creationId xmlns:a16="http://schemas.microsoft.com/office/drawing/2014/main" id="{46A6C6AC-CEC8-45C2-A136-291B3BE021AA}"/>
              </a:ext>
            </a:extLst>
          </p:cNvPr>
          <p:cNvSpPr>
            <a:spLocks xmlns:a="http://schemas.openxmlformats.org/drawingml/2006/main" noGrp="1"/>
          </p:cNvSpPr>
          <p:nvPr/>
        </p:nvSpPr>
        <p:spPr>
          <a:xfrm xmlns:a="http://schemas.openxmlformats.org/drawingml/2006/main">
            <a:off x="5562600" y="158115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QFN-64, 9 × 9 mm, with 44 signals in eleven groups and pin 1 upper left.</a:t>
            </a:r>
          </a:p>
        </p:txBody>
      </p:sp>
      <p:sp>
        <p:nvSpPr>
          <p:cNvPr id="12" name="">
            <a:extLst xmlns:a="http://schemas.openxmlformats.org/drawingml/2006/main">
              <a:ext uri="{FF2B5EF4-FFF2-40B4-BE49-F238E27FC236}">
                <a16:creationId xmlns:a16="http://schemas.microsoft.com/office/drawing/2014/main" id="{C0E527CB-0E72-43E8-993F-792AA419DD22}"/>
              </a:ext>
            </a:extLst>
          </p:cNvPr>
          <p:cNvSpPr>
            <a:spLocks xmlns:a="http://schemas.openxmlformats.org/drawingml/2006/main" noGrp="1"/>
          </p:cNvSpPr>
          <p:nvPr/>
        </p:nvSpPr>
        <p:spPr>
          <a:xfrm xmlns:a="http://schemas.openxmlformats.org/drawingml/2006/main">
            <a:off x="5334000" y="2428875"/>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31143D17-D6A2-4B2F-AAFC-2B11A077E816}"/>
              </a:ext>
            </a:extLst>
          </p:cNvPr>
          <p:cNvSpPr>
            <a:spLocks xmlns:a="http://schemas.openxmlformats.org/drawingml/2006/main" noGrp="1"/>
          </p:cNvSpPr>
          <p:nvPr/>
        </p:nvSpPr>
        <p:spPr>
          <a:xfrm xmlns:a="http://schemas.openxmlformats.org/drawingml/2006/main">
            <a:off x="5334000" y="242887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6D26DA9-8E69-40F4-96F5-76E7CE44AC5A}"/>
              </a:ext>
            </a:extLst>
          </p:cNvPr>
          <p:cNvSpPr>
            <a:spLocks xmlns:a="http://schemas.openxmlformats.org/drawingml/2006/main" noGrp="1"/>
          </p:cNvSpPr>
          <p:nvPr/>
        </p:nvSpPr>
        <p:spPr>
          <a:xfrm xmlns:a="http://schemas.openxmlformats.org/drawingml/2006/main">
            <a:off x="5562600" y="2619375"/>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2 · Fixed: rails, clock, boot</a:t>
            </a:r>
          </a:p>
        </p:txBody>
      </p:sp>
      <p:sp>
        <p:nvSpPr>
          <p:cNvPr id="15" name="">
            <a:extLst xmlns:a="http://schemas.openxmlformats.org/drawingml/2006/main">
              <a:ext uri="{FF2B5EF4-FFF2-40B4-BE49-F238E27FC236}">
                <a16:creationId xmlns:a16="http://schemas.microsoft.com/office/drawing/2014/main" id="{18617F98-30D0-4501-BB16-95899C964D41}"/>
              </a:ext>
            </a:extLst>
          </p:cNvPr>
          <p:cNvSpPr>
            <a:spLocks xmlns:a="http://schemas.openxmlformats.org/drawingml/2006/main" noGrp="1"/>
          </p:cNvSpPr>
          <p:nvPr/>
        </p:nvSpPr>
        <p:spPr>
          <a:xfrm xmlns:a="http://schemas.openxmlformats.org/drawingml/2006/main">
            <a:off x="5562600" y="2981325"/>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1.8 V core, a 3.3 V I/O ring, one 50 MHz clock and self-boot from flash.</a:t>
            </a:r>
          </a:p>
        </p:txBody>
      </p:sp>
      <p:sp>
        <p:nvSpPr>
          <p:cNvPr id="16" name="">
            <a:extLst xmlns:a="http://schemas.openxmlformats.org/drawingml/2006/main">
              <a:ext uri="{FF2B5EF4-FFF2-40B4-BE49-F238E27FC236}">
                <a16:creationId xmlns:a16="http://schemas.microsoft.com/office/drawing/2014/main" id="{CEFE6329-B6D0-4C6E-94CB-34E4CAD8F6BE}"/>
              </a:ext>
            </a:extLst>
          </p:cNvPr>
          <p:cNvSpPr>
            <a:spLocks xmlns:a="http://schemas.openxmlformats.org/drawingml/2006/main" noGrp="1"/>
          </p:cNvSpPr>
          <p:nvPr/>
        </p:nvSpPr>
        <p:spPr>
          <a:xfrm xmlns:a="http://schemas.openxmlformats.org/drawingml/2006/main">
            <a:off x="5334000" y="382905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13A8A45D-1F13-423B-B19F-4F59BFAC8DA0}"/>
              </a:ext>
            </a:extLst>
          </p:cNvPr>
          <p:cNvSpPr>
            <a:spLocks xmlns:a="http://schemas.openxmlformats.org/drawingml/2006/main" noGrp="1"/>
          </p:cNvSpPr>
          <p:nvPr/>
        </p:nvSpPr>
        <p:spPr>
          <a:xfrm xmlns:a="http://schemas.openxmlformats.org/drawingml/2006/main">
            <a:off x="5334000" y="38290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55EDA58-7CA1-45C6-A2B7-8C3511F860B8}"/>
              </a:ext>
            </a:extLst>
          </p:cNvPr>
          <p:cNvSpPr>
            <a:spLocks xmlns:a="http://schemas.openxmlformats.org/drawingml/2006/main" noGrp="1"/>
          </p:cNvSpPr>
          <p:nvPr/>
        </p:nvSpPr>
        <p:spPr>
          <a:xfrm xmlns:a="http://schemas.openxmlformats.org/drawingml/2006/main">
            <a:off x="5562600" y="401955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 · Measured next</a:t>
            </a:r>
          </a:p>
        </p:txBody>
      </p:sp>
      <p:sp>
        <p:nvSpPr>
          <p:cNvPr id="19" name="">
            <a:extLst xmlns:a="http://schemas.openxmlformats.org/drawingml/2006/main">
              <a:ext uri="{FF2B5EF4-FFF2-40B4-BE49-F238E27FC236}">
                <a16:creationId xmlns:a16="http://schemas.microsoft.com/office/drawing/2014/main" id="{565203B1-625C-44A6-9338-E23013465A09}"/>
              </a:ext>
            </a:extLst>
          </p:cNvPr>
          <p:cNvSpPr>
            <a:spLocks xmlns:a="http://schemas.openxmlformats.org/drawingml/2006/main" noGrp="1"/>
          </p:cNvSpPr>
          <p:nvPr/>
        </p:nvSpPr>
        <p:spPr>
          <a:xfrm xmlns:a="http://schemas.openxmlformats.org/drawingml/2006/main">
            <a:off x="5562600" y="438150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electrical limit, and the final pin map, at first-silicon characterisation.</a:t>
            </a:r>
          </a:p>
        </p:txBody>
      </p:sp>
      <p:sp>
        <p:nvSpPr>
          <p:cNvPr id="20" name="">
            <a:extLst xmlns:a="http://schemas.openxmlformats.org/drawingml/2006/main">
              <a:ext uri="{FF2B5EF4-FFF2-40B4-BE49-F238E27FC236}">
                <a16:creationId xmlns:a16="http://schemas.microsoft.com/office/drawing/2014/main" id="{9BF22CBB-0B2C-4FF2-BA93-DFB32C04DD54}"/>
              </a:ext>
            </a:extLst>
          </p:cNvPr>
          <p:cNvSpPr>
            <a:spLocks xmlns:a="http://schemas.openxmlformats.org/drawingml/2006/main" noGrp="1"/>
          </p:cNvSpPr>
          <p:nvPr/>
        </p:nvSpPr>
        <p:spPr>
          <a:xfrm xmlns:a="http://schemas.openxmlformats.org/drawingml/2006/main">
            <a:off x="457200" y="6486525"/>
            <a:ext cx="40005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675F2F2-885E-4EB1-8B3B-17EE19C9DA6D}"/>
              </a:ext>
            </a:extLst>
          </p:cNvPr>
          <p:cNvSpPr>
            <a:spLocks xmlns:a="http://schemas.openxmlformats.org/drawingml/2006/main" noGrp="1"/>
          </p:cNvSpPr>
          <p:nvPr/>
        </p:nvSpPr>
        <p:spPr>
          <a:xfrm xmlns:a="http://schemas.openxmlformats.org/drawingml/2006/main">
            <a:off x="5334000" y="6486525"/>
            <a:ext cx="64008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D3FEE41-6954-4DE7-950B-9C33D7F34E25}"/>
              </a:ext>
            </a:extLst>
          </p:cNvPr>
          <p:cNvSpPr>
            <a:spLocks xmlns:a="http://schemas.openxmlformats.org/drawingml/2006/main" noGrp="1"/>
          </p:cNvSpPr>
          <p:nvPr/>
        </p:nvSpPr>
        <p:spPr>
          <a:xfrm xmlns:a="http://schemas.openxmlformats.org/drawingml/2006/main">
            <a:off x="457200" y="6572250"/>
            <a:ext cx="4191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PRELIMINARY DATASHEET</a:t>
            </a:r>
          </a:p>
        </p:txBody>
      </p:sp>
      <p:sp>
        <p:nvSpPr>
          <p:cNvPr id="23" name="">
            <a:extLst xmlns:a="http://schemas.openxmlformats.org/drawingml/2006/main">
              <a:ext uri="{FF2B5EF4-FFF2-40B4-BE49-F238E27FC236}">
                <a16:creationId xmlns:a16="http://schemas.microsoft.com/office/drawing/2014/main" id="{2AB3F416-3F30-4797-B05B-3B4F57C9B92F}"/>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12</a:t>
            </a:r>
          </a:p>
        </p:txBody>
      </p:sp>
    </p:spTree>
    <p:extLst>
      <p:ext uri="{BB962C8B-B14F-4D97-AF65-F5344CB8AC3E}">
        <p14:creationId xmlns:p14="http://schemas.microsoft.com/office/powerpoint/2010/main" val="20670423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2026-09-13T13:31:49.6840000Z</dcterms:created>
  <dcterms:modified xsi:type="dcterms:W3CDTF">2026-09-13T13:31:49.6850000Z</dcterms:modified>
</coreProperties>
</file>