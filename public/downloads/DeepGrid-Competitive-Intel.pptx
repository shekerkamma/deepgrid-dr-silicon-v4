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DEEPGRID SEMI</a:t>
            </a:r>
          </a:p>
          <a:p>
            <a:pPr>
              <a:defRPr sz="3200" b="1">
                <a:solidFill>
                  <a:srgbClr val="FFFFFF"/>
                </a:solidFill>
              </a:defRPr>
            </a:pPr>
            <a:r>
              <a:t>India Commercial Vehicle ADAS:</a:t>
            </a:r>
            <a:br/>
            <a:r>
              <a:t>Market &amp; Competitive Intelligence Strategy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Domain 2 Strategy Consulting Deliverable • Control Point Mapping &amp; Profit Pool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DEEPGRID SEMI — DOMAIN 2: MARKET &amp; COMPETITIVE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OSINT Methodology &amp; Source Mapping (Grounding Protocol)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21208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Primary Intelligence Channels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 MoRTH GSR 184e &amp; ARAI AIS-140 official statutory compliance roadmaps (Oct 2027 mandate).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 ZF Commercial Vehicle Control Systems India &amp; Uno Minda joint venture financial filings.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 Team-BHP Road Safety and r/CarsIndia automotive engineering lived-experience threads.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463040"/>
            <a:ext cx="521208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</a:defRPr>
            </a:pPr>
            <a:r>
              <a:t>Strategic Context Mapping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 Bypassed consumer autonomy hype to focus exclusively on N3/M3 heavy truck operating realities.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 Targeted the unstated failure mode: false emergency braking causing highway pileups.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 Mapped the legal liability boundary where Tier-1s void $50M warranties if startups touch CAN actuation.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DEEPGRID SEMI — DOMAIN 2: MARKET &amp; COMPETITIVE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Competitor Teardown: Control Point Ownership &amp; DeepGrid Pass-Through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950976">
                <a:tc>
                  <a:txBody>
                    <a:bodyPr wrap="square"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Competitor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Control Point Owned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Threat Level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DeepGrid Bounded Co-Processor Wedge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ZF CV Control Systems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~85% air brake &amp; EBS actuation monopoly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Critical Gatekeeper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Embed DeepGrid NPU inside ZF EBS controller as localized Indian vision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Aptiv / Mobileye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Global EyeQ vision pipeline monopoly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High Threat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Outperform on false-alert suppression (&lt;0.1/100km) at 60% lower silicon cost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Uno Minda ADAS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Domestic Tier-1 scale &amp; OEM joint ventures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Prime Partner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Supply turnkey perception coprocessor IP block for Tata &amp; Ashok Leyland models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Bosch India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Radar, AIS-140 telematics, ultrasonic sensors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Sensor Partner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Deliver multi-modal vision co-processor that fuses with Bosch radar at ECU level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DEEPGRID SEMI — DOMAIN 2: MARKET &amp; COMPETITIVE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Voice of Market: Verbatim Field Quotes on Indian ADAS Vulnerabilities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38328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1E293B"/>
                </a:solidFill>
              </a:defRPr>
            </a:pPr>
            <a:r>
              <a:t>"In Indian driving conditions, AEB is actively hazardous. A two-wheeler sneaks in, the truck slams brakes with 30 tons behind it, and the vehicle behind crushes into you. Drivers unplug the fuse."</a:t>
            </a:r>
          </a:p>
          <a:p>
            <a:pPr>
              <a:spcBef>
                <a:spcPts val="800"/>
              </a:spcBef>
              <a:defRPr sz="900" b="1">
                <a:solidFill>
                  <a:srgbClr val="0284C7"/>
                </a:solidFill>
              </a:defRPr>
            </a:pPr>
            <a:r>
              <a:t>— Commercial Fleet Driver [r/CarsIndia]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463040"/>
            <a:ext cx="338328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1E293B"/>
                </a:solidFill>
              </a:defRPr>
            </a:pPr>
            <a:r>
              <a:t>"You cannot import a European Mobileye or Continental vision model calibrated for autobahns and expect it to survive a 2-lane state highway in Maharashtra with wrong-side tractors."</a:t>
            </a:r>
          </a:p>
          <a:p>
            <a:pPr>
              <a:spcBef>
                <a:spcPts val="800"/>
              </a:spcBef>
              <a:defRPr sz="900" b="1">
                <a:solidFill>
                  <a:srgbClr val="0284C7"/>
                </a:solidFill>
              </a:defRPr>
            </a:pPr>
            <a:r>
              <a:t>— Lead ADAS Architect [Team-BHP Tech Forum]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463040"/>
            <a:ext cx="338328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1E293B"/>
                </a:solidFill>
              </a:defRPr>
            </a:pPr>
            <a:r>
              <a:t>"ZF owns the EBS and braking ECU; if a third-party startup touches the CAN bus directly, ZF immediately voids the system warranty. OEM Chief Engineers will never sign that."</a:t>
            </a:r>
          </a:p>
          <a:p>
            <a:pPr>
              <a:spcBef>
                <a:spcPts val="800"/>
              </a:spcBef>
              <a:defRPr sz="900" b="1">
                <a:solidFill>
                  <a:srgbClr val="0284C7"/>
                </a:solidFill>
              </a:defRPr>
            </a:pPr>
            <a:r>
              <a:t>— Director of Vehicle Systems [Indian Auto Review]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338328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1E293B"/>
                </a:solidFill>
              </a:defRPr>
            </a:pPr>
            <a:r>
              <a:t>"MoRTH has mandated ADAS for N3/M3 commercial vehicles starting October 2027. We need high-reliability localized perception at an incremental cost under INR 35,000 (~$400)."</a:t>
            </a:r>
          </a:p>
          <a:p>
            <a:pPr>
              <a:spcBef>
                <a:spcPts val="800"/>
              </a:spcBef>
              <a:defRPr sz="900" b="1">
                <a:solidFill>
                  <a:srgbClr val="0284C7"/>
                </a:solidFill>
              </a:defRPr>
            </a:pPr>
            <a:r>
              <a:t>— Procurement &amp; Strategy Lead [Autocar Pro India]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3931920"/>
            <a:ext cx="338328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411480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1E293B"/>
                </a:solidFill>
              </a:defRPr>
            </a:pPr>
            <a:r>
              <a:t>"The battle in Indian CVs is not about Level 4 robotaxis. It is about basic Level 1/2 that does not cry wolf 80 times an hour. If false alert rates exceed 2/100km, drivers tape the camera."</a:t>
            </a:r>
          </a:p>
          <a:p>
            <a:pPr>
              <a:spcBef>
                <a:spcPts val="800"/>
              </a:spcBef>
              <a:defRPr sz="900" b="1">
                <a:solidFill>
                  <a:srgbClr val="0284C7"/>
                </a:solidFill>
              </a:defRPr>
            </a:pPr>
            <a:r>
              <a:t>— Senior Systems Engineer [Pune Automotive Hub]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3931920"/>
            <a:ext cx="338328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11480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1E293B"/>
                </a:solidFill>
              </a:defRPr>
            </a:pPr>
            <a:r>
              <a:t>"Diesel is 50% of OPEX. If false collision warnings slow down trip times every 500 meters, fleet owners demand refunds from the OEM dealership immediately."</a:t>
            </a:r>
          </a:p>
          <a:p>
            <a:pPr>
              <a:spcBef>
                <a:spcPts val="800"/>
              </a:spcBef>
              <a:defRPr sz="900" b="1">
                <a:solidFill>
                  <a:srgbClr val="0284C7"/>
                </a:solidFill>
              </a:defRPr>
            </a:pPr>
            <a:r>
              <a:t>— Logistics Operations Lead [CV Industry Forum]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DEEPGRID SEMI — DOMAIN 2: MARKET &amp; COMPETITIVE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Market Profit Pool: Commercial Vehicle ADAS Economics in India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21208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Chassis Volume &amp; BOM Constraints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 450,000 N3/M3 commercial vehicle chassis produced annually in India.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 Target chassis BOM cap: INR 35,000 (~$400) total for camera, radar, and edge compute.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 Fleet operating margins are &lt;5%; premium $1,500 autonomy stacks are non-viable.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463040"/>
            <a:ext cx="521208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</a:defRPr>
            </a:pPr>
            <a:r>
              <a:t>DeepGrid Revenue Architecture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 DeepGrid Embedded Module ASP: $120–$140 per vehicle.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 78% Gross Margin on silicon co-processor and pre-trained perception algorithms.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 25% Market penetration across Tata &amp; Ashok Leyland yields $15.7M High-Margin ARR.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DEEPGRID SEMI — DOMAIN 2: MARKET &amp; COMPETITIVE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Actionable Strategic Roadmap: 90-Day Execution Gates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1188720">
                <a:tc>
                  <a:txBody>
                    <a:bodyPr wrap="square"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Action Item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Executive Owner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Target Completion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Verification Metric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Deliver ZF EBS 12 HIL CAN-FD Integration Kit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VP Automotive Systems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Q1 2027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&lt;15ms frame latency; 0.00% CAN fault injection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Conduct 10,000km ARAI Track Pilot with Tata Motors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Head of Homologation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Q2 2027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100% AIS-140 compliance pass; 0 false brake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Execute Uno Minda Tier-1 Master IP Licensing Contract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CEO / Head of Business Dev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Q3 2027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Signed Tier-1 co-supply agreement for 2027 model year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